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7" r:id="rId3"/>
    <p:sldId id="268" r:id="rId4"/>
    <p:sldId id="269" r:id="rId5"/>
    <p:sldId id="270" r:id="rId6"/>
    <p:sldId id="272" r:id="rId7"/>
    <p:sldId id="273" r:id="rId8"/>
    <p:sldId id="271" r:id="rId9"/>
    <p:sldId id="274" r:id="rId10"/>
    <p:sldId id="266" r:id="rId11"/>
  </p:sldIdLst>
  <p:sldSz cx="9144000" cy="5143500" type="screen16x9"/>
  <p:notesSz cx="6858000" cy="9144000"/>
  <p:embeddedFontLst>
    <p:embeddedFont>
      <p:font typeface="Manrope SemiBold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FF"/>
    <a:srgbClr val="A84C42"/>
    <a:srgbClr val="364C3C"/>
    <a:srgbClr val="8CAE94"/>
    <a:srgbClr val="638B6D"/>
    <a:srgbClr val="507058"/>
    <a:srgbClr val="638E50"/>
    <a:srgbClr val="9EBF8F"/>
    <a:srgbClr val="87B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9D5FF0-7D1B-457A-881E-D1BC9E0DBAE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1829BEC-BDC8-422C-A746-E228B2D63A03}">
      <dgm:prSet phldrT="[Text]" custT="1"/>
      <dgm:spPr>
        <a:solidFill>
          <a:srgbClr val="D2E2CB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1" i="1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Universal Access:</a:t>
          </a:r>
          <a:r>
            <a:rPr lang="en-US" sz="1200" b="0" i="1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Bridge the gap between policy intent and citizen benefit.</a:t>
          </a:r>
          <a:endParaRPr lang="en-IN" sz="1200" i="1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B18D2EB-A0C4-459A-86F9-E37D0169B899}" type="parTrans" cxnId="{9B366774-9DB3-4673-B4E4-107A1D95886F}">
      <dgm:prSet/>
      <dgm:spPr/>
      <dgm:t>
        <a:bodyPr/>
        <a:lstStyle/>
        <a:p>
          <a:endParaRPr lang="en-IN" sz="1600"/>
        </a:p>
      </dgm:t>
    </dgm:pt>
    <dgm:pt modelId="{5A81B030-9F56-468D-B006-243E9C155526}" type="sibTrans" cxnId="{9B366774-9DB3-4673-B4E4-107A1D95886F}">
      <dgm:prSet/>
      <dgm:spPr>
        <a:ln>
          <a:solidFill>
            <a:srgbClr val="243328"/>
          </a:solidFill>
        </a:ln>
      </dgm:spPr>
      <dgm:t>
        <a:bodyPr/>
        <a:lstStyle/>
        <a:p>
          <a:endParaRPr lang="en-IN" sz="1600"/>
        </a:p>
      </dgm:t>
    </dgm:pt>
    <dgm:pt modelId="{52C325BE-425B-4203-BAAA-56C7895078A3}">
      <dgm:prSet phldrT="[Text]" custT="1"/>
      <dgm:spPr>
        <a:solidFill>
          <a:srgbClr val="D2E2CB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1" i="1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Instant Clarity:</a:t>
          </a:r>
          <a:r>
            <a:rPr lang="en-US" sz="1200" b="0" i="1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Reduce discovery time from ~45 minutes -&gt; 2.7 sec.</a:t>
          </a:r>
          <a:endParaRPr lang="en-IN" sz="1200" i="1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5C735E8-B74C-4A22-BC58-947938224888}" type="parTrans" cxnId="{3E9A15DD-BAA2-4106-9C17-8F2B1AAF7D2B}">
      <dgm:prSet/>
      <dgm:spPr/>
      <dgm:t>
        <a:bodyPr/>
        <a:lstStyle/>
        <a:p>
          <a:endParaRPr lang="en-IN" sz="1600"/>
        </a:p>
      </dgm:t>
    </dgm:pt>
    <dgm:pt modelId="{51BEABEA-09A7-4CA3-90CE-589533222EAA}" type="sibTrans" cxnId="{3E9A15DD-BAA2-4106-9C17-8F2B1AAF7D2B}">
      <dgm:prSet/>
      <dgm:spPr/>
      <dgm:t>
        <a:bodyPr/>
        <a:lstStyle/>
        <a:p>
          <a:endParaRPr lang="en-IN" sz="1600"/>
        </a:p>
      </dgm:t>
    </dgm:pt>
    <dgm:pt modelId="{C5A9306E-0986-4BD9-A350-894FA180E18E}">
      <dgm:prSet phldrT="[Text]" custT="1"/>
      <dgm:spPr>
        <a:solidFill>
          <a:srgbClr val="D2E2CB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1" i="1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Absolute Trust:</a:t>
          </a:r>
          <a:r>
            <a:rPr lang="en-US" sz="1200" b="0" i="1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Replace hearsay with source-backed, legally defensible answers.</a:t>
          </a:r>
        </a:p>
      </dgm:t>
    </dgm:pt>
    <dgm:pt modelId="{153337FC-8A5D-4777-9A0D-37E1FFE86ED6}" type="parTrans" cxnId="{68DA39FD-E7B8-44BE-9250-D2C5DDB412AA}">
      <dgm:prSet/>
      <dgm:spPr/>
      <dgm:t>
        <a:bodyPr/>
        <a:lstStyle/>
        <a:p>
          <a:endParaRPr lang="en-IN" sz="1600"/>
        </a:p>
      </dgm:t>
    </dgm:pt>
    <dgm:pt modelId="{4C3EF34E-4E2D-47F3-AB80-EF3CD9F2612E}" type="sibTrans" cxnId="{68DA39FD-E7B8-44BE-9250-D2C5DDB412AA}">
      <dgm:prSet/>
      <dgm:spPr/>
      <dgm:t>
        <a:bodyPr/>
        <a:lstStyle/>
        <a:p>
          <a:endParaRPr lang="en-IN" sz="1600"/>
        </a:p>
      </dgm:t>
    </dgm:pt>
    <dgm:pt modelId="{89635A6B-A6A2-4C5D-B513-5258DBAF92B4}" type="pres">
      <dgm:prSet presAssocID="{729D5FF0-7D1B-457A-881E-D1BC9E0DBAE5}" presName="Name0" presStyleCnt="0">
        <dgm:presLayoutVars>
          <dgm:chMax val="7"/>
          <dgm:chPref val="7"/>
          <dgm:dir/>
        </dgm:presLayoutVars>
      </dgm:prSet>
      <dgm:spPr/>
    </dgm:pt>
    <dgm:pt modelId="{DA1A0A9B-0B8B-409D-A7EB-7EC8DA7490CA}" type="pres">
      <dgm:prSet presAssocID="{729D5FF0-7D1B-457A-881E-D1BC9E0DBAE5}" presName="Name1" presStyleCnt="0"/>
      <dgm:spPr/>
    </dgm:pt>
    <dgm:pt modelId="{01919EF8-E447-477C-8CAA-02D0D4F380AB}" type="pres">
      <dgm:prSet presAssocID="{729D5FF0-7D1B-457A-881E-D1BC9E0DBAE5}" presName="cycle" presStyleCnt="0"/>
      <dgm:spPr/>
    </dgm:pt>
    <dgm:pt modelId="{3CEF9D72-416A-48BB-8253-1BB2DE37B5F7}" type="pres">
      <dgm:prSet presAssocID="{729D5FF0-7D1B-457A-881E-D1BC9E0DBAE5}" presName="srcNode" presStyleLbl="node1" presStyleIdx="0" presStyleCnt="3"/>
      <dgm:spPr/>
    </dgm:pt>
    <dgm:pt modelId="{CAF7F0AE-2DA6-4A82-9FC5-14D9819D0413}" type="pres">
      <dgm:prSet presAssocID="{729D5FF0-7D1B-457A-881E-D1BC9E0DBAE5}" presName="conn" presStyleLbl="parChTrans1D2" presStyleIdx="0" presStyleCnt="1"/>
      <dgm:spPr/>
    </dgm:pt>
    <dgm:pt modelId="{90A20773-C00A-4054-9D3A-476B5BE7D29E}" type="pres">
      <dgm:prSet presAssocID="{729D5FF0-7D1B-457A-881E-D1BC9E0DBAE5}" presName="extraNode" presStyleLbl="node1" presStyleIdx="0" presStyleCnt="3"/>
      <dgm:spPr/>
    </dgm:pt>
    <dgm:pt modelId="{903F28A1-D8AC-4560-8565-445AC502E555}" type="pres">
      <dgm:prSet presAssocID="{729D5FF0-7D1B-457A-881E-D1BC9E0DBAE5}" presName="dstNode" presStyleLbl="node1" presStyleIdx="0" presStyleCnt="3"/>
      <dgm:spPr/>
    </dgm:pt>
    <dgm:pt modelId="{3B4FAB1C-8DFF-4D61-B321-E4C6FBAEFF32}" type="pres">
      <dgm:prSet presAssocID="{F1829BEC-BDC8-422C-A746-E228B2D63A03}" presName="text_1" presStyleLbl="node1" presStyleIdx="0" presStyleCnt="3">
        <dgm:presLayoutVars>
          <dgm:bulletEnabled val="1"/>
        </dgm:presLayoutVars>
      </dgm:prSet>
      <dgm:spPr/>
    </dgm:pt>
    <dgm:pt modelId="{58BD41ED-286E-49B3-9718-2FBD24E9F463}" type="pres">
      <dgm:prSet presAssocID="{F1829BEC-BDC8-422C-A746-E228B2D63A03}" presName="accent_1" presStyleCnt="0"/>
      <dgm:spPr/>
    </dgm:pt>
    <dgm:pt modelId="{D8C889C3-6421-4D7D-AA9F-300D688C9ED9}" type="pres">
      <dgm:prSet presAssocID="{F1829BEC-BDC8-422C-A746-E228B2D63A03}" presName="accentRepeatNode" presStyleLbl="solidFgAcc1" presStyleIdx="0" presStyleCnt="3"/>
      <dgm:spPr>
        <a:ln>
          <a:solidFill>
            <a:srgbClr val="243328"/>
          </a:solidFill>
        </a:ln>
      </dgm:spPr>
    </dgm:pt>
    <dgm:pt modelId="{4B25A0B5-B697-4AD8-9A0D-28C6AA1E0BCE}" type="pres">
      <dgm:prSet presAssocID="{52C325BE-425B-4203-BAAA-56C7895078A3}" presName="text_2" presStyleLbl="node1" presStyleIdx="1" presStyleCnt="3">
        <dgm:presLayoutVars>
          <dgm:bulletEnabled val="1"/>
        </dgm:presLayoutVars>
      </dgm:prSet>
      <dgm:spPr/>
    </dgm:pt>
    <dgm:pt modelId="{57235710-9204-40D7-AEC9-69095EEC124A}" type="pres">
      <dgm:prSet presAssocID="{52C325BE-425B-4203-BAAA-56C7895078A3}" presName="accent_2" presStyleCnt="0"/>
      <dgm:spPr/>
    </dgm:pt>
    <dgm:pt modelId="{6AA37107-43B2-4B8D-812C-B40DFF8E67E7}" type="pres">
      <dgm:prSet presAssocID="{52C325BE-425B-4203-BAAA-56C7895078A3}" presName="accentRepeatNode" presStyleLbl="solidFgAcc1" presStyleIdx="1" presStyleCnt="3"/>
      <dgm:spPr>
        <a:ln>
          <a:solidFill>
            <a:srgbClr val="243328"/>
          </a:solidFill>
        </a:ln>
      </dgm:spPr>
    </dgm:pt>
    <dgm:pt modelId="{4A3E63F0-B6AB-4C28-B407-73A840348A21}" type="pres">
      <dgm:prSet presAssocID="{C5A9306E-0986-4BD9-A350-894FA180E18E}" presName="text_3" presStyleLbl="node1" presStyleIdx="2" presStyleCnt="3" custScaleY="99010">
        <dgm:presLayoutVars>
          <dgm:bulletEnabled val="1"/>
        </dgm:presLayoutVars>
      </dgm:prSet>
      <dgm:spPr/>
    </dgm:pt>
    <dgm:pt modelId="{BBA79B34-0148-476B-9AC1-FBEEE9E0362D}" type="pres">
      <dgm:prSet presAssocID="{C5A9306E-0986-4BD9-A350-894FA180E18E}" presName="accent_3" presStyleCnt="0"/>
      <dgm:spPr/>
    </dgm:pt>
    <dgm:pt modelId="{89D75DC1-95C2-4617-87D8-46DD33A20504}" type="pres">
      <dgm:prSet presAssocID="{C5A9306E-0986-4BD9-A350-894FA180E18E}" presName="accentRepeatNode" presStyleLbl="solidFgAcc1" presStyleIdx="2" presStyleCnt="3"/>
      <dgm:spPr>
        <a:ln>
          <a:solidFill>
            <a:srgbClr val="243328"/>
          </a:solidFill>
        </a:ln>
      </dgm:spPr>
    </dgm:pt>
  </dgm:ptLst>
  <dgm:cxnLst>
    <dgm:cxn modelId="{08FA8715-E4D0-473E-A76D-1FC8800B9BE9}" type="presOf" srcId="{52C325BE-425B-4203-BAAA-56C7895078A3}" destId="{4B25A0B5-B697-4AD8-9A0D-28C6AA1E0BCE}" srcOrd="0" destOrd="0" presId="urn:microsoft.com/office/officeart/2008/layout/VerticalCurvedList"/>
    <dgm:cxn modelId="{3AF05D41-2C1C-44F8-A1B8-7A4E2ADEC9B3}" type="presOf" srcId="{C5A9306E-0986-4BD9-A350-894FA180E18E}" destId="{4A3E63F0-B6AB-4C28-B407-73A840348A21}" srcOrd="0" destOrd="0" presId="urn:microsoft.com/office/officeart/2008/layout/VerticalCurvedList"/>
    <dgm:cxn modelId="{36CDD472-9ED4-4196-A9E6-F0B9A680BCC7}" type="presOf" srcId="{729D5FF0-7D1B-457A-881E-D1BC9E0DBAE5}" destId="{89635A6B-A6A2-4C5D-B513-5258DBAF92B4}" srcOrd="0" destOrd="0" presId="urn:microsoft.com/office/officeart/2008/layout/VerticalCurvedList"/>
    <dgm:cxn modelId="{9B366774-9DB3-4673-B4E4-107A1D95886F}" srcId="{729D5FF0-7D1B-457A-881E-D1BC9E0DBAE5}" destId="{F1829BEC-BDC8-422C-A746-E228B2D63A03}" srcOrd="0" destOrd="0" parTransId="{EB18D2EB-A0C4-459A-86F9-E37D0169B899}" sibTransId="{5A81B030-9F56-468D-B006-243E9C155526}"/>
    <dgm:cxn modelId="{05DE4F7E-E2D8-4C65-AD93-1515B0FF1854}" type="presOf" srcId="{5A81B030-9F56-468D-B006-243E9C155526}" destId="{CAF7F0AE-2DA6-4A82-9FC5-14D9819D0413}" srcOrd="0" destOrd="0" presId="urn:microsoft.com/office/officeart/2008/layout/VerticalCurvedList"/>
    <dgm:cxn modelId="{46E24DC8-48E2-4443-9AD3-9A1EB7364D94}" type="presOf" srcId="{F1829BEC-BDC8-422C-A746-E228B2D63A03}" destId="{3B4FAB1C-8DFF-4D61-B321-E4C6FBAEFF32}" srcOrd="0" destOrd="0" presId="urn:microsoft.com/office/officeart/2008/layout/VerticalCurvedList"/>
    <dgm:cxn modelId="{3E9A15DD-BAA2-4106-9C17-8F2B1AAF7D2B}" srcId="{729D5FF0-7D1B-457A-881E-D1BC9E0DBAE5}" destId="{52C325BE-425B-4203-BAAA-56C7895078A3}" srcOrd="1" destOrd="0" parTransId="{65C735E8-B74C-4A22-BC58-947938224888}" sibTransId="{51BEABEA-09A7-4CA3-90CE-589533222EAA}"/>
    <dgm:cxn modelId="{68DA39FD-E7B8-44BE-9250-D2C5DDB412AA}" srcId="{729D5FF0-7D1B-457A-881E-D1BC9E0DBAE5}" destId="{C5A9306E-0986-4BD9-A350-894FA180E18E}" srcOrd="2" destOrd="0" parTransId="{153337FC-8A5D-4777-9A0D-37E1FFE86ED6}" sibTransId="{4C3EF34E-4E2D-47F3-AB80-EF3CD9F2612E}"/>
    <dgm:cxn modelId="{65412E19-9174-4468-BF31-082E0F958DC1}" type="presParOf" srcId="{89635A6B-A6A2-4C5D-B513-5258DBAF92B4}" destId="{DA1A0A9B-0B8B-409D-A7EB-7EC8DA7490CA}" srcOrd="0" destOrd="0" presId="urn:microsoft.com/office/officeart/2008/layout/VerticalCurvedList"/>
    <dgm:cxn modelId="{EC5F54DD-701B-42DC-B94C-49F3991AB505}" type="presParOf" srcId="{DA1A0A9B-0B8B-409D-A7EB-7EC8DA7490CA}" destId="{01919EF8-E447-477C-8CAA-02D0D4F380AB}" srcOrd="0" destOrd="0" presId="urn:microsoft.com/office/officeart/2008/layout/VerticalCurvedList"/>
    <dgm:cxn modelId="{6547B683-16DD-47E7-AB2B-A15DD88EA5F2}" type="presParOf" srcId="{01919EF8-E447-477C-8CAA-02D0D4F380AB}" destId="{3CEF9D72-416A-48BB-8253-1BB2DE37B5F7}" srcOrd="0" destOrd="0" presId="urn:microsoft.com/office/officeart/2008/layout/VerticalCurvedList"/>
    <dgm:cxn modelId="{F59953F2-C4A1-4BF4-8F53-FC1C84715A2A}" type="presParOf" srcId="{01919EF8-E447-477C-8CAA-02D0D4F380AB}" destId="{CAF7F0AE-2DA6-4A82-9FC5-14D9819D0413}" srcOrd="1" destOrd="0" presId="urn:microsoft.com/office/officeart/2008/layout/VerticalCurvedList"/>
    <dgm:cxn modelId="{6D9A8B40-5865-4CF8-A485-86FAE8D31213}" type="presParOf" srcId="{01919EF8-E447-477C-8CAA-02D0D4F380AB}" destId="{90A20773-C00A-4054-9D3A-476B5BE7D29E}" srcOrd="2" destOrd="0" presId="urn:microsoft.com/office/officeart/2008/layout/VerticalCurvedList"/>
    <dgm:cxn modelId="{38B47048-DBC0-41C7-B66E-18C2A1F197AB}" type="presParOf" srcId="{01919EF8-E447-477C-8CAA-02D0D4F380AB}" destId="{903F28A1-D8AC-4560-8565-445AC502E555}" srcOrd="3" destOrd="0" presId="urn:microsoft.com/office/officeart/2008/layout/VerticalCurvedList"/>
    <dgm:cxn modelId="{1290080F-F6B7-4C0E-9E58-35043584B7B9}" type="presParOf" srcId="{DA1A0A9B-0B8B-409D-A7EB-7EC8DA7490CA}" destId="{3B4FAB1C-8DFF-4D61-B321-E4C6FBAEFF32}" srcOrd="1" destOrd="0" presId="urn:microsoft.com/office/officeart/2008/layout/VerticalCurvedList"/>
    <dgm:cxn modelId="{3FDE472D-49EA-4014-BA7B-67C8AD5D74B3}" type="presParOf" srcId="{DA1A0A9B-0B8B-409D-A7EB-7EC8DA7490CA}" destId="{58BD41ED-286E-49B3-9718-2FBD24E9F463}" srcOrd="2" destOrd="0" presId="urn:microsoft.com/office/officeart/2008/layout/VerticalCurvedList"/>
    <dgm:cxn modelId="{0965D35F-8F3E-488E-B089-F46AE8604FA8}" type="presParOf" srcId="{58BD41ED-286E-49B3-9718-2FBD24E9F463}" destId="{D8C889C3-6421-4D7D-AA9F-300D688C9ED9}" srcOrd="0" destOrd="0" presId="urn:microsoft.com/office/officeart/2008/layout/VerticalCurvedList"/>
    <dgm:cxn modelId="{5F382EEC-F718-4BE5-86C4-25EA0EBF3D51}" type="presParOf" srcId="{DA1A0A9B-0B8B-409D-A7EB-7EC8DA7490CA}" destId="{4B25A0B5-B697-4AD8-9A0D-28C6AA1E0BCE}" srcOrd="3" destOrd="0" presId="urn:microsoft.com/office/officeart/2008/layout/VerticalCurvedList"/>
    <dgm:cxn modelId="{99AE5A0A-3AAD-4516-BEB2-3748DDAB0174}" type="presParOf" srcId="{DA1A0A9B-0B8B-409D-A7EB-7EC8DA7490CA}" destId="{57235710-9204-40D7-AEC9-69095EEC124A}" srcOrd="4" destOrd="0" presId="urn:microsoft.com/office/officeart/2008/layout/VerticalCurvedList"/>
    <dgm:cxn modelId="{BDE22FEE-F4EC-4560-8007-B500483001BA}" type="presParOf" srcId="{57235710-9204-40D7-AEC9-69095EEC124A}" destId="{6AA37107-43B2-4B8D-812C-B40DFF8E67E7}" srcOrd="0" destOrd="0" presId="urn:microsoft.com/office/officeart/2008/layout/VerticalCurvedList"/>
    <dgm:cxn modelId="{7E3F46D3-FC00-48D0-A439-93BA6334DB4D}" type="presParOf" srcId="{DA1A0A9B-0B8B-409D-A7EB-7EC8DA7490CA}" destId="{4A3E63F0-B6AB-4C28-B407-73A840348A21}" srcOrd="5" destOrd="0" presId="urn:microsoft.com/office/officeart/2008/layout/VerticalCurvedList"/>
    <dgm:cxn modelId="{0CFAFE81-5768-4561-AD53-EA92C4781EEF}" type="presParOf" srcId="{DA1A0A9B-0B8B-409D-A7EB-7EC8DA7490CA}" destId="{BBA79B34-0148-476B-9AC1-FBEEE9E0362D}" srcOrd="6" destOrd="0" presId="urn:microsoft.com/office/officeart/2008/layout/VerticalCurvedList"/>
    <dgm:cxn modelId="{DB0B3866-17B1-4F3C-B7F9-990F24CE2652}" type="presParOf" srcId="{BBA79B34-0148-476B-9AC1-FBEEE9E0362D}" destId="{89D75DC1-95C2-4617-87D8-46DD33A2050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F6E453-E458-4893-A551-5F22DE2056B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6A20BF-AEBD-4C7F-973A-E0384556B1D3}">
      <dgm:prSet custT="1"/>
      <dgm:spPr>
        <a:solidFill>
          <a:srgbClr val="74A65E"/>
        </a:solidFill>
        <a:ln>
          <a:solidFill>
            <a:srgbClr val="4E5842"/>
          </a:solidFill>
        </a:ln>
      </dgm:spPr>
      <dgm:t>
        <a:bodyPr/>
        <a:lstStyle/>
        <a:p>
          <a:r>
            <a:rPr lang="en-IN" sz="1200" b="1" i="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Serverless-First:</a:t>
          </a:r>
          <a:r>
            <a:rPr lang="en-IN" sz="1200" b="0" i="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Zero infra management, auto-scaling.</a:t>
          </a:r>
          <a:endParaRPr lang="en-IN" sz="1200" i="1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ED77960-DCDD-4788-B9B5-AFA63A47F6DB}" type="parTrans" cxnId="{EC759115-39B3-420B-8BC9-1CF499F60C52}">
      <dgm:prSet/>
      <dgm:spPr/>
      <dgm:t>
        <a:bodyPr/>
        <a:lstStyle/>
        <a:p>
          <a:endParaRPr lang="en-IN"/>
        </a:p>
      </dgm:t>
    </dgm:pt>
    <dgm:pt modelId="{083543E6-F830-469A-94B8-0041D757DB45}" type="sibTrans" cxnId="{EC759115-39B3-420B-8BC9-1CF499F60C52}">
      <dgm:prSet/>
      <dgm:spPr/>
      <dgm:t>
        <a:bodyPr/>
        <a:lstStyle/>
        <a:p>
          <a:endParaRPr lang="en-IN"/>
        </a:p>
      </dgm:t>
    </dgm:pt>
    <dgm:pt modelId="{54AFFBE2-4496-44CF-A242-AF0B38465EDC}">
      <dgm:prSet custT="1"/>
      <dgm:spPr>
        <a:solidFill>
          <a:srgbClr val="9FC290"/>
        </a:solidFill>
        <a:ln>
          <a:solidFill>
            <a:srgbClr val="4E5842"/>
          </a:solidFill>
        </a:ln>
      </dgm:spPr>
      <dgm:t>
        <a:bodyPr/>
        <a:lstStyle/>
        <a:p>
          <a:r>
            <a:rPr lang="en-US" sz="1200" b="1" i="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AI-Native:</a:t>
          </a:r>
          <a:r>
            <a:rPr lang="en-US" sz="1200" b="0" i="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Managed models (Bedrock) over custom ML.</a:t>
          </a:r>
          <a:endParaRPr lang="en-IN" sz="1200" i="1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FE9621E-F8B9-403A-8DDD-2436CE0EEF19}" type="parTrans" cxnId="{202AB485-044A-40CB-B9F4-A6B651770403}">
      <dgm:prSet/>
      <dgm:spPr/>
      <dgm:t>
        <a:bodyPr/>
        <a:lstStyle/>
        <a:p>
          <a:endParaRPr lang="en-IN"/>
        </a:p>
      </dgm:t>
    </dgm:pt>
    <dgm:pt modelId="{1C332A49-D118-4462-9E6F-C9659B9974FC}" type="sibTrans" cxnId="{202AB485-044A-40CB-B9F4-A6B651770403}">
      <dgm:prSet/>
      <dgm:spPr/>
      <dgm:t>
        <a:bodyPr/>
        <a:lstStyle/>
        <a:p>
          <a:endParaRPr lang="en-IN"/>
        </a:p>
      </dgm:t>
    </dgm:pt>
    <dgm:pt modelId="{9510EDB5-DFAF-4CD9-9D60-513E5F54E3BA}">
      <dgm:prSet custT="1"/>
      <dgm:spPr>
        <a:solidFill>
          <a:srgbClr val="D2E2CB"/>
        </a:solidFill>
        <a:ln>
          <a:solidFill>
            <a:srgbClr val="4E5842"/>
          </a:solidFill>
        </a:ln>
      </dgm:spPr>
      <dgm:t>
        <a:bodyPr/>
        <a:lstStyle/>
        <a:p>
          <a:r>
            <a:rPr lang="en-US" sz="1200" b="1" i="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Privacy Preserving:</a:t>
          </a:r>
          <a:r>
            <a:rPr lang="en-US" sz="1200" b="0" i="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Encryption  PII masking.(DPDP Compliant)</a:t>
          </a:r>
          <a:endParaRPr lang="en-IN" sz="1200" i="1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CC7EE4F-29DB-42B5-8E6B-5070549D8BE7}" type="parTrans" cxnId="{9EBBF186-0E80-4D6F-BFCE-0A5BD586D729}">
      <dgm:prSet/>
      <dgm:spPr/>
      <dgm:t>
        <a:bodyPr/>
        <a:lstStyle/>
        <a:p>
          <a:endParaRPr lang="en-IN"/>
        </a:p>
      </dgm:t>
    </dgm:pt>
    <dgm:pt modelId="{7BDFB945-7248-43C2-9A79-941D0E6AE4B9}" type="sibTrans" cxnId="{9EBBF186-0E80-4D6F-BFCE-0A5BD586D729}">
      <dgm:prSet/>
      <dgm:spPr/>
      <dgm:t>
        <a:bodyPr/>
        <a:lstStyle/>
        <a:p>
          <a:endParaRPr lang="en-IN"/>
        </a:p>
      </dgm:t>
    </dgm:pt>
    <dgm:pt modelId="{FAC2D59D-545D-446A-B46F-555FD818978B}">
      <dgm:prSet custT="1"/>
      <dgm:spPr>
        <a:solidFill>
          <a:srgbClr val="9FC290"/>
        </a:solidFill>
        <a:ln>
          <a:solidFill>
            <a:srgbClr val="4E5842"/>
          </a:solidFill>
        </a:ln>
      </dgm:spPr>
      <dgm:t>
        <a:bodyPr/>
        <a:lstStyle/>
        <a:p>
          <a:r>
            <a:rPr lang="en-US" sz="1200" b="1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Retrieval-Grounded:</a:t>
          </a:r>
          <a:r>
            <a:rPr lang="en-US" sz="1200" b="0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0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100% citations, zero hallucinations.</a:t>
          </a:r>
          <a:endParaRPr lang="en-IN" sz="1200" b="0" i="0" kern="1200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5692559-BBFC-42C8-BDD2-6196221722F2}" type="parTrans" cxnId="{BA09E668-7701-45BF-9F83-DFF9F22A7BB7}">
      <dgm:prSet/>
      <dgm:spPr/>
      <dgm:t>
        <a:bodyPr/>
        <a:lstStyle/>
        <a:p>
          <a:endParaRPr lang="en-IN"/>
        </a:p>
      </dgm:t>
    </dgm:pt>
    <dgm:pt modelId="{82332B68-E02D-42FD-B566-1278346C8FF7}" type="sibTrans" cxnId="{BA09E668-7701-45BF-9F83-DFF9F22A7BB7}">
      <dgm:prSet/>
      <dgm:spPr/>
      <dgm:t>
        <a:bodyPr/>
        <a:lstStyle/>
        <a:p>
          <a:endParaRPr lang="en-IN"/>
        </a:p>
      </dgm:t>
    </dgm:pt>
    <dgm:pt modelId="{5CAF4C99-2677-4730-AC54-8C09F66E4077}">
      <dgm:prSet custT="1"/>
      <dgm:spPr>
        <a:solidFill>
          <a:srgbClr val="8BB478"/>
        </a:solidFill>
        <a:ln>
          <a:solidFill>
            <a:srgbClr val="4E5842"/>
          </a:solidFill>
        </a:ln>
      </dgm:spPr>
      <dgm:t>
        <a:bodyPr/>
        <a:lstStyle/>
        <a:p>
          <a:r>
            <a:rPr lang="en-US" sz="1200" b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Offline-Optimized:</a:t>
          </a:r>
          <a:r>
            <a:rPr lang="en-US" sz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Works on 2G/Edge networks.</a:t>
          </a:r>
          <a:endParaRPr lang="en-IN" sz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8E76D5B-2454-4551-93E8-1675D86422FC}" type="parTrans" cxnId="{5E2F3F3C-4BEE-4D21-98D6-C94D7D9C31E0}">
      <dgm:prSet/>
      <dgm:spPr/>
      <dgm:t>
        <a:bodyPr/>
        <a:lstStyle/>
        <a:p>
          <a:endParaRPr lang="en-IN"/>
        </a:p>
      </dgm:t>
    </dgm:pt>
    <dgm:pt modelId="{15FAE4BC-FA99-4A50-AC2C-6BD26C37FA48}" type="sibTrans" cxnId="{5E2F3F3C-4BEE-4D21-98D6-C94D7D9C31E0}">
      <dgm:prSet/>
      <dgm:spPr/>
      <dgm:t>
        <a:bodyPr/>
        <a:lstStyle/>
        <a:p>
          <a:endParaRPr lang="en-IN"/>
        </a:p>
      </dgm:t>
    </dgm:pt>
    <dgm:pt modelId="{935A8718-81F6-4D27-9AE1-A48AE8F2D3FE}" type="pres">
      <dgm:prSet presAssocID="{8DF6E453-E458-4893-A551-5F22DE2056B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4FA8CFA-3551-45B7-ABA1-ECEA5C6A5AD9}" type="pres">
      <dgm:prSet presAssocID="{236A20BF-AEBD-4C7F-973A-E0384556B1D3}" presName="horFlow" presStyleCnt="0"/>
      <dgm:spPr/>
    </dgm:pt>
    <dgm:pt modelId="{54B765BF-8DF2-4E3C-AD90-46B7752EDD5D}" type="pres">
      <dgm:prSet presAssocID="{236A20BF-AEBD-4C7F-973A-E0384556B1D3}" presName="bigChev" presStyleLbl="node1" presStyleIdx="0" presStyleCnt="5" custScaleX="201592"/>
      <dgm:spPr/>
    </dgm:pt>
    <dgm:pt modelId="{1E0C370A-D3AB-43BB-B162-678C9A17EB15}" type="pres">
      <dgm:prSet presAssocID="{236A20BF-AEBD-4C7F-973A-E0384556B1D3}" presName="vSp" presStyleCnt="0"/>
      <dgm:spPr/>
    </dgm:pt>
    <dgm:pt modelId="{FC02A954-8512-424E-A3D3-C351864E98DD}" type="pres">
      <dgm:prSet presAssocID="{54AFFBE2-4496-44CF-A242-AF0B38465EDC}" presName="horFlow" presStyleCnt="0"/>
      <dgm:spPr/>
    </dgm:pt>
    <dgm:pt modelId="{C584A5BC-F188-4778-80D5-592C1F62FCFB}" type="pres">
      <dgm:prSet presAssocID="{54AFFBE2-4496-44CF-A242-AF0B38465EDC}" presName="bigChev" presStyleLbl="node1" presStyleIdx="1" presStyleCnt="5" custScaleX="201592"/>
      <dgm:spPr/>
    </dgm:pt>
    <dgm:pt modelId="{8A2EA148-DAC9-4FA7-829D-F6AC29D27D66}" type="pres">
      <dgm:prSet presAssocID="{54AFFBE2-4496-44CF-A242-AF0B38465EDC}" presName="vSp" presStyleCnt="0"/>
      <dgm:spPr/>
    </dgm:pt>
    <dgm:pt modelId="{A98487EE-FD33-4BBF-99C9-F16F64A2A6AE}" type="pres">
      <dgm:prSet presAssocID="{9510EDB5-DFAF-4CD9-9D60-513E5F54E3BA}" presName="horFlow" presStyleCnt="0"/>
      <dgm:spPr/>
    </dgm:pt>
    <dgm:pt modelId="{19132BCC-53B8-44CB-BE3A-B01E454055CA}" type="pres">
      <dgm:prSet presAssocID="{9510EDB5-DFAF-4CD9-9D60-513E5F54E3BA}" presName="bigChev" presStyleLbl="node1" presStyleIdx="2" presStyleCnt="5" custScaleX="201592"/>
      <dgm:spPr/>
    </dgm:pt>
    <dgm:pt modelId="{FC77EEEB-4A09-4BDF-BAAF-AD4EA06E4676}" type="pres">
      <dgm:prSet presAssocID="{9510EDB5-DFAF-4CD9-9D60-513E5F54E3BA}" presName="vSp" presStyleCnt="0"/>
      <dgm:spPr/>
    </dgm:pt>
    <dgm:pt modelId="{629F97E2-B2DB-41DA-B62A-8B9E07B0AE26}" type="pres">
      <dgm:prSet presAssocID="{FAC2D59D-545D-446A-B46F-555FD818978B}" presName="horFlow" presStyleCnt="0"/>
      <dgm:spPr/>
    </dgm:pt>
    <dgm:pt modelId="{ED09877E-259D-44F7-85B6-5A8FB2954F2B}" type="pres">
      <dgm:prSet presAssocID="{FAC2D59D-545D-446A-B46F-555FD818978B}" presName="bigChev" presStyleLbl="node1" presStyleIdx="3" presStyleCnt="5" custScaleX="201592"/>
      <dgm:spPr/>
    </dgm:pt>
    <dgm:pt modelId="{AC3C0FA8-E3C0-4C51-892C-795B540C5463}" type="pres">
      <dgm:prSet presAssocID="{FAC2D59D-545D-446A-B46F-555FD818978B}" presName="vSp" presStyleCnt="0"/>
      <dgm:spPr/>
    </dgm:pt>
    <dgm:pt modelId="{78FEEF89-2C76-493D-8FE3-97652CD992E5}" type="pres">
      <dgm:prSet presAssocID="{5CAF4C99-2677-4730-AC54-8C09F66E4077}" presName="horFlow" presStyleCnt="0"/>
      <dgm:spPr/>
    </dgm:pt>
    <dgm:pt modelId="{4B9C0439-AEBB-4BFC-987B-3B1A7BCDDFB3}" type="pres">
      <dgm:prSet presAssocID="{5CAF4C99-2677-4730-AC54-8C09F66E4077}" presName="bigChev" presStyleLbl="node1" presStyleIdx="4" presStyleCnt="5" custScaleX="201592"/>
      <dgm:spPr/>
    </dgm:pt>
  </dgm:ptLst>
  <dgm:cxnLst>
    <dgm:cxn modelId="{EC759115-39B3-420B-8BC9-1CF499F60C52}" srcId="{8DF6E453-E458-4893-A551-5F22DE2056BA}" destId="{236A20BF-AEBD-4C7F-973A-E0384556B1D3}" srcOrd="0" destOrd="0" parTransId="{EED77960-DCDD-4788-B9B5-AFA63A47F6DB}" sibTransId="{083543E6-F830-469A-94B8-0041D757DB45}"/>
    <dgm:cxn modelId="{41B0B017-3CF5-422C-A552-045C87751126}" type="presOf" srcId="{8DF6E453-E458-4893-A551-5F22DE2056BA}" destId="{935A8718-81F6-4D27-9AE1-A48AE8F2D3FE}" srcOrd="0" destOrd="0" presId="urn:microsoft.com/office/officeart/2005/8/layout/lProcess3"/>
    <dgm:cxn modelId="{BC2CA81A-8793-45F1-8399-E7E787F7B2E0}" type="presOf" srcId="{236A20BF-AEBD-4C7F-973A-E0384556B1D3}" destId="{54B765BF-8DF2-4E3C-AD90-46B7752EDD5D}" srcOrd="0" destOrd="0" presId="urn:microsoft.com/office/officeart/2005/8/layout/lProcess3"/>
    <dgm:cxn modelId="{5E2F3F3C-4BEE-4D21-98D6-C94D7D9C31E0}" srcId="{8DF6E453-E458-4893-A551-5F22DE2056BA}" destId="{5CAF4C99-2677-4730-AC54-8C09F66E4077}" srcOrd="4" destOrd="0" parTransId="{38E76D5B-2454-4551-93E8-1675D86422FC}" sibTransId="{15FAE4BC-FA99-4A50-AC2C-6BD26C37FA48}"/>
    <dgm:cxn modelId="{3843D143-9C65-498A-BB25-2316BF75E23C}" type="presOf" srcId="{5CAF4C99-2677-4730-AC54-8C09F66E4077}" destId="{4B9C0439-AEBB-4BFC-987B-3B1A7BCDDFB3}" srcOrd="0" destOrd="0" presId="urn:microsoft.com/office/officeart/2005/8/layout/lProcess3"/>
    <dgm:cxn modelId="{BA09E668-7701-45BF-9F83-DFF9F22A7BB7}" srcId="{8DF6E453-E458-4893-A551-5F22DE2056BA}" destId="{FAC2D59D-545D-446A-B46F-555FD818978B}" srcOrd="3" destOrd="0" parTransId="{45692559-BBFC-42C8-BDD2-6196221722F2}" sibTransId="{82332B68-E02D-42FD-B566-1278346C8FF7}"/>
    <dgm:cxn modelId="{202AB485-044A-40CB-B9F4-A6B651770403}" srcId="{8DF6E453-E458-4893-A551-5F22DE2056BA}" destId="{54AFFBE2-4496-44CF-A242-AF0B38465EDC}" srcOrd="1" destOrd="0" parTransId="{CFE9621E-F8B9-403A-8DDD-2436CE0EEF19}" sibTransId="{1C332A49-D118-4462-9E6F-C9659B9974FC}"/>
    <dgm:cxn modelId="{9EBBF186-0E80-4D6F-BFCE-0A5BD586D729}" srcId="{8DF6E453-E458-4893-A551-5F22DE2056BA}" destId="{9510EDB5-DFAF-4CD9-9D60-513E5F54E3BA}" srcOrd="2" destOrd="0" parTransId="{ECC7EE4F-29DB-42B5-8E6B-5070549D8BE7}" sibTransId="{7BDFB945-7248-43C2-9A79-941D0E6AE4B9}"/>
    <dgm:cxn modelId="{CD32E091-823A-4ED4-B468-5A7DE4246982}" type="presOf" srcId="{9510EDB5-DFAF-4CD9-9D60-513E5F54E3BA}" destId="{19132BCC-53B8-44CB-BE3A-B01E454055CA}" srcOrd="0" destOrd="0" presId="urn:microsoft.com/office/officeart/2005/8/layout/lProcess3"/>
    <dgm:cxn modelId="{F624D8EF-B111-430A-9053-15994789D493}" type="presOf" srcId="{FAC2D59D-545D-446A-B46F-555FD818978B}" destId="{ED09877E-259D-44F7-85B6-5A8FB2954F2B}" srcOrd="0" destOrd="0" presId="urn:microsoft.com/office/officeart/2005/8/layout/lProcess3"/>
    <dgm:cxn modelId="{C7069DF2-7593-4BB8-9291-0A5B25E1E9C2}" type="presOf" srcId="{54AFFBE2-4496-44CF-A242-AF0B38465EDC}" destId="{C584A5BC-F188-4778-80D5-592C1F62FCFB}" srcOrd="0" destOrd="0" presId="urn:microsoft.com/office/officeart/2005/8/layout/lProcess3"/>
    <dgm:cxn modelId="{687147E3-F7C9-41D8-8BEF-12F7E1B7B3B2}" type="presParOf" srcId="{935A8718-81F6-4D27-9AE1-A48AE8F2D3FE}" destId="{74FA8CFA-3551-45B7-ABA1-ECEA5C6A5AD9}" srcOrd="0" destOrd="0" presId="urn:microsoft.com/office/officeart/2005/8/layout/lProcess3"/>
    <dgm:cxn modelId="{30340553-C8F0-466F-A1B5-7C1AA0523A65}" type="presParOf" srcId="{74FA8CFA-3551-45B7-ABA1-ECEA5C6A5AD9}" destId="{54B765BF-8DF2-4E3C-AD90-46B7752EDD5D}" srcOrd="0" destOrd="0" presId="urn:microsoft.com/office/officeart/2005/8/layout/lProcess3"/>
    <dgm:cxn modelId="{77E8E615-0A53-4C75-A580-94C048EA06DE}" type="presParOf" srcId="{935A8718-81F6-4D27-9AE1-A48AE8F2D3FE}" destId="{1E0C370A-D3AB-43BB-B162-678C9A17EB15}" srcOrd="1" destOrd="0" presId="urn:microsoft.com/office/officeart/2005/8/layout/lProcess3"/>
    <dgm:cxn modelId="{B0859BA1-8261-4C2F-BA68-3DCBD8144C2F}" type="presParOf" srcId="{935A8718-81F6-4D27-9AE1-A48AE8F2D3FE}" destId="{FC02A954-8512-424E-A3D3-C351864E98DD}" srcOrd="2" destOrd="0" presId="urn:microsoft.com/office/officeart/2005/8/layout/lProcess3"/>
    <dgm:cxn modelId="{A4011690-21C5-4382-8084-BDCE4A0933B9}" type="presParOf" srcId="{FC02A954-8512-424E-A3D3-C351864E98DD}" destId="{C584A5BC-F188-4778-80D5-592C1F62FCFB}" srcOrd="0" destOrd="0" presId="urn:microsoft.com/office/officeart/2005/8/layout/lProcess3"/>
    <dgm:cxn modelId="{F0A933F8-2854-43CD-8971-21B541F87E40}" type="presParOf" srcId="{935A8718-81F6-4D27-9AE1-A48AE8F2D3FE}" destId="{8A2EA148-DAC9-4FA7-829D-F6AC29D27D66}" srcOrd="3" destOrd="0" presId="urn:microsoft.com/office/officeart/2005/8/layout/lProcess3"/>
    <dgm:cxn modelId="{4EA75378-DF7D-4095-A7CF-6E7E877850CC}" type="presParOf" srcId="{935A8718-81F6-4D27-9AE1-A48AE8F2D3FE}" destId="{A98487EE-FD33-4BBF-99C9-F16F64A2A6AE}" srcOrd="4" destOrd="0" presId="urn:microsoft.com/office/officeart/2005/8/layout/lProcess3"/>
    <dgm:cxn modelId="{A27B534D-E4C7-4B3C-81A9-B2AD98F11B2F}" type="presParOf" srcId="{A98487EE-FD33-4BBF-99C9-F16F64A2A6AE}" destId="{19132BCC-53B8-44CB-BE3A-B01E454055CA}" srcOrd="0" destOrd="0" presId="urn:microsoft.com/office/officeart/2005/8/layout/lProcess3"/>
    <dgm:cxn modelId="{CD879B2A-88CB-4CFB-AF44-25BC7EE91E70}" type="presParOf" srcId="{935A8718-81F6-4D27-9AE1-A48AE8F2D3FE}" destId="{FC77EEEB-4A09-4BDF-BAAF-AD4EA06E4676}" srcOrd="5" destOrd="0" presId="urn:microsoft.com/office/officeart/2005/8/layout/lProcess3"/>
    <dgm:cxn modelId="{72B54ACF-3723-48DA-9E7D-E4252DAFD183}" type="presParOf" srcId="{935A8718-81F6-4D27-9AE1-A48AE8F2D3FE}" destId="{629F97E2-B2DB-41DA-B62A-8B9E07B0AE26}" srcOrd="6" destOrd="0" presId="urn:microsoft.com/office/officeart/2005/8/layout/lProcess3"/>
    <dgm:cxn modelId="{DF65E9AF-1705-4514-8269-0742E2639912}" type="presParOf" srcId="{629F97E2-B2DB-41DA-B62A-8B9E07B0AE26}" destId="{ED09877E-259D-44F7-85B6-5A8FB2954F2B}" srcOrd="0" destOrd="0" presId="urn:microsoft.com/office/officeart/2005/8/layout/lProcess3"/>
    <dgm:cxn modelId="{020D1252-C488-46E8-B08F-24C450A79912}" type="presParOf" srcId="{935A8718-81F6-4D27-9AE1-A48AE8F2D3FE}" destId="{AC3C0FA8-E3C0-4C51-892C-795B540C5463}" srcOrd="7" destOrd="0" presId="urn:microsoft.com/office/officeart/2005/8/layout/lProcess3"/>
    <dgm:cxn modelId="{28D53502-4E11-4AF3-9AA1-D1A2DAAD4740}" type="presParOf" srcId="{935A8718-81F6-4D27-9AE1-A48AE8F2D3FE}" destId="{78FEEF89-2C76-493D-8FE3-97652CD992E5}" srcOrd="8" destOrd="0" presId="urn:microsoft.com/office/officeart/2005/8/layout/lProcess3"/>
    <dgm:cxn modelId="{4E6C2B1F-3A04-4FF9-AF84-56324B2810C0}" type="presParOf" srcId="{78FEEF89-2C76-493D-8FE3-97652CD992E5}" destId="{4B9C0439-AEBB-4BFC-987B-3B1A7BCDDFB3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886DBE-AB0D-41E4-9849-FD34CC8DBB38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EAB143A-C170-4EFC-9165-AD41E79CC561}">
      <dgm:prSet phldrT="[Text]" phldr="0" custT="1"/>
      <dgm:spPr>
        <a:solidFill>
          <a:srgbClr val="4D6E3E"/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IN" sz="16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</a:t>
          </a:r>
        </a:p>
      </dgm:t>
    </dgm:pt>
    <dgm:pt modelId="{A629B3D0-5768-4CE3-832B-05991A386213}" type="parTrans" cxnId="{62C9112F-F6E5-4FDD-AA7B-B0B20461DE03}">
      <dgm:prSet/>
      <dgm:spPr/>
      <dgm:t>
        <a:bodyPr/>
        <a:lstStyle/>
        <a:p>
          <a:endParaRPr lang="en-IN"/>
        </a:p>
      </dgm:t>
    </dgm:pt>
    <dgm:pt modelId="{1B0B19FA-AE11-451C-939F-4667A31A817E}" type="sibTrans" cxnId="{62C9112F-F6E5-4FDD-AA7B-B0B20461DE03}">
      <dgm:prSet/>
      <dgm:spPr/>
      <dgm:t>
        <a:bodyPr/>
        <a:lstStyle/>
        <a:p>
          <a:endParaRPr lang="en-IN"/>
        </a:p>
      </dgm:t>
    </dgm:pt>
    <dgm:pt modelId="{B93E2871-98CA-4907-80AD-526217B138E8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None/>
          </a:pPr>
          <a:r>
            <a:rPr lang="en-US" sz="1200" b="1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SaaS for States:</a:t>
          </a:r>
          <a:r>
            <a:rPr lang="en-US" sz="1200" b="0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Recurring subscription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5C4D3A2-00C0-43CD-972A-47A70F5FB772}" type="parTrans" cxnId="{059FDD28-4637-4F8D-A725-C8A204195227}">
      <dgm:prSet/>
      <dgm:spPr/>
      <dgm:t>
        <a:bodyPr/>
        <a:lstStyle/>
        <a:p>
          <a:endParaRPr lang="en-IN"/>
        </a:p>
      </dgm:t>
    </dgm:pt>
    <dgm:pt modelId="{CC28D510-ABBD-4812-848D-E43C0ECDBE20}" type="sibTrans" cxnId="{059FDD28-4637-4F8D-A725-C8A204195227}">
      <dgm:prSet/>
      <dgm:spPr/>
      <dgm:t>
        <a:bodyPr/>
        <a:lstStyle/>
        <a:p>
          <a:endParaRPr lang="en-IN"/>
        </a:p>
      </dgm:t>
    </dgm:pt>
    <dgm:pt modelId="{B1586DC3-A772-42B0-80E3-9FE66727A476}">
      <dgm:prSet phldrT="[Text]" phldr="0" custT="1"/>
      <dgm:spPr>
        <a:solidFill>
          <a:srgbClr val="638E50"/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2</a:t>
          </a:r>
        </a:p>
      </dgm:t>
    </dgm:pt>
    <dgm:pt modelId="{2F847C18-A34B-4309-B7EA-F40323D0F152}" type="parTrans" cxnId="{66228A4A-87AE-421C-8572-789AF5C28C23}">
      <dgm:prSet/>
      <dgm:spPr/>
      <dgm:t>
        <a:bodyPr/>
        <a:lstStyle/>
        <a:p>
          <a:endParaRPr lang="en-IN"/>
        </a:p>
      </dgm:t>
    </dgm:pt>
    <dgm:pt modelId="{B06C9BFB-D715-4A47-825B-AA626F0CA274}" type="sibTrans" cxnId="{66228A4A-87AE-421C-8572-789AF5C28C23}">
      <dgm:prSet/>
      <dgm:spPr/>
      <dgm:t>
        <a:bodyPr/>
        <a:lstStyle/>
        <a:p>
          <a:endParaRPr lang="en-IN"/>
        </a:p>
      </dgm:t>
    </dgm:pt>
    <dgm:pt modelId="{91E127C2-98BE-4352-AB9B-B42AE6E60677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None/>
          </a:pPr>
          <a:r>
            <a:rPr lang="en-US" sz="1200" b="1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API Monetization:</a:t>
          </a:r>
          <a:r>
            <a:rPr lang="en-US" sz="1200" b="0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Pay-per-query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1237534-5016-4784-95B1-7AF7C02F5156}" type="parTrans" cxnId="{D9A97896-BF18-41A9-B0AA-DB3F8CBAF2E6}">
      <dgm:prSet/>
      <dgm:spPr/>
      <dgm:t>
        <a:bodyPr/>
        <a:lstStyle/>
        <a:p>
          <a:endParaRPr lang="en-IN"/>
        </a:p>
      </dgm:t>
    </dgm:pt>
    <dgm:pt modelId="{3D09E23C-62B4-4F90-90EC-CE4C7282BAE7}" type="sibTrans" cxnId="{D9A97896-BF18-41A9-B0AA-DB3F8CBAF2E6}">
      <dgm:prSet/>
      <dgm:spPr/>
      <dgm:t>
        <a:bodyPr/>
        <a:lstStyle/>
        <a:p>
          <a:endParaRPr lang="en-IN"/>
        </a:p>
      </dgm:t>
    </dgm:pt>
    <dgm:pt modelId="{212764CB-C46B-43C3-9E88-1CF3CB9E72C3}">
      <dgm:prSet phldrT="[Text]" phldr="0" custT="1"/>
      <dgm:spPr>
        <a:solidFill>
          <a:srgbClr val="638E50"/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3</a:t>
          </a:r>
        </a:p>
      </dgm:t>
    </dgm:pt>
    <dgm:pt modelId="{13CB8A46-E9A7-400E-8B09-0494AD5D62BE}" type="parTrans" cxnId="{28A35A16-46F4-4855-B8F9-0B3071C8255C}">
      <dgm:prSet/>
      <dgm:spPr/>
      <dgm:t>
        <a:bodyPr/>
        <a:lstStyle/>
        <a:p>
          <a:endParaRPr lang="en-IN"/>
        </a:p>
      </dgm:t>
    </dgm:pt>
    <dgm:pt modelId="{F1735287-ECD4-40C7-80AE-1EA976E995FC}" type="sibTrans" cxnId="{28A35A16-46F4-4855-B8F9-0B3071C8255C}">
      <dgm:prSet/>
      <dgm:spPr/>
      <dgm:t>
        <a:bodyPr/>
        <a:lstStyle/>
        <a:p>
          <a:endParaRPr lang="en-IN"/>
        </a:p>
      </dgm:t>
    </dgm:pt>
    <dgm:pt modelId="{4CA78C85-57BB-4EF5-93E0-C8F057F9E189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1200" b="1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Agent Freemium:</a:t>
          </a:r>
          <a:r>
            <a:rPr lang="en-US" sz="1200" b="0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Free for citizens; Premium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8B32F8C-7F38-4F90-9977-F821B6A36124}" type="parTrans" cxnId="{39205360-1707-4289-A395-E45B74A3F412}">
      <dgm:prSet/>
      <dgm:spPr/>
      <dgm:t>
        <a:bodyPr/>
        <a:lstStyle/>
        <a:p>
          <a:endParaRPr lang="en-IN"/>
        </a:p>
      </dgm:t>
    </dgm:pt>
    <dgm:pt modelId="{D38F0537-CBBE-420B-A30D-12B1E1653910}" type="sibTrans" cxnId="{39205360-1707-4289-A395-E45B74A3F412}">
      <dgm:prSet/>
      <dgm:spPr/>
      <dgm:t>
        <a:bodyPr/>
        <a:lstStyle/>
        <a:p>
          <a:endParaRPr lang="en-IN"/>
        </a:p>
      </dgm:t>
    </dgm:pt>
    <dgm:pt modelId="{C037D296-452F-49D4-ADF6-5D996E5F8AE8}">
      <dgm:prSet phldrT="[Text]" custT="1"/>
      <dgm:spPr>
        <a:solidFill>
          <a:srgbClr val="87B074"/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4</a:t>
          </a:r>
        </a:p>
      </dgm:t>
    </dgm:pt>
    <dgm:pt modelId="{D0D9EDD2-4266-4D48-8E90-91FC624BE02B}" type="parTrans" cxnId="{61E4D02C-38D4-4567-B0E3-68AEC9E8D48F}">
      <dgm:prSet/>
      <dgm:spPr/>
      <dgm:t>
        <a:bodyPr/>
        <a:lstStyle/>
        <a:p>
          <a:endParaRPr lang="en-IN"/>
        </a:p>
      </dgm:t>
    </dgm:pt>
    <dgm:pt modelId="{F14D85AF-1245-4478-9680-EC9F314275BD}" type="sibTrans" cxnId="{61E4D02C-38D4-4567-B0E3-68AEC9E8D48F}">
      <dgm:prSet/>
      <dgm:spPr/>
      <dgm:t>
        <a:bodyPr/>
        <a:lstStyle/>
        <a:p>
          <a:endParaRPr lang="en-IN"/>
        </a:p>
      </dgm:t>
    </dgm:pt>
    <dgm:pt modelId="{D9DE244C-2A48-4F67-8643-CCDA97445852}">
      <dgm:prSet phldrT="[Text]" custT="1"/>
      <dgm:spPr>
        <a:solidFill>
          <a:srgbClr val="638E50"/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</a:t>
          </a:r>
        </a:p>
      </dgm:t>
    </dgm:pt>
    <dgm:pt modelId="{AA153602-58F6-48BA-A197-13BD30FD7208}" type="parTrans" cxnId="{205B1E6F-1B8D-4EC8-958C-11C614992906}">
      <dgm:prSet/>
      <dgm:spPr/>
      <dgm:t>
        <a:bodyPr/>
        <a:lstStyle/>
        <a:p>
          <a:endParaRPr lang="en-IN"/>
        </a:p>
      </dgm:t>
    </dgm:pt>
    <dgm:pt modelId="{8C317CCF-293B-4890-BD12-DD294C54F93B}" type="sibTrans" cxnId="{205B1E6F-1B8D-4EC8-958C-11C614992906}">
      <dgm:prSet/>
      <dgm:spPr/>
      <dgm:t>
        <a:bodyPr/>
        <a:lstStyle/>
        <a:p>
          <a:endParaRPr lang="en-IN"/>
        </a:p>
      </dgm:t>
    </dgm:pt>
    <dgm:pt modelId="{DE487BE1-25A0-47FC-B0F4-307F3086BD53}">
      <dgm:prSet phldrT="[Text]" custT="1"/>
      <dgm:spPr>
        <a:solidFill>
          <a:srgbClr val="638E50"/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6</a:t>
          </a:r>
        </a:p>
      </dgm:t>
    </dgm:pt>
    <dgm:pt modelId="{0ED88DBE-5F35-4BA9-A20E-F426C4514478}" type="parTrans" cxnId="{59A69AFF-54CC-4508-BDA8-ACE24E48E938}">
      <dgm:prSet/>
      <dgm:spPr/>
      <dgm:t>
        <a:bodyPr/>
        <a:lstStyle/>
        <a:p>
          <a:endParaRPr lang="en-IN"/>
        </a:p>
      </dgm:t>
    </dgm:pt>
    <dgm:pt modelId="{06447F51-C048-424B-B7DA-F86F95E4FB5F}" type="sibTrans" cxnId="{59A69AFF-54CC-4508-BDA8-ACE24E48E938}">
      <dgm:prSet/>
      <dgm:spPr/>
      <dgm:t>
        <a:bodyPr/>
        <a:lstStyle/>
        <a:p>
          <a:endParaRPr lang="en-IN"/>
        </a:p>
      </dgm:t>
    </dgm:pt>
    <dgm:pt modelId="{60A5EE3A-EDB5-4C6B-A909-15466ABBE988}">
      <dgm:prSet phldrT="[Text]" custT="1"/>
      <dgm:spPr>
        <a:solidFill>
          <a:srgbClr val="4D6E3E"/>
        </a:solidFill>
        <a:ln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7</a:t>
          </a:r>
        </a:p>
      </dgm:t>
    </dgm:pt>
    <dgm:pt modelId="{7FE8D20B-AE47-4F87-A64F-9CB3E4A41D3F}" type="parTrans" cxnId="{69332C98-4238-485F-B5C1-EDA9FC8C1E4E}">
      <dgm:prSet/>
      <dgm:spPr/>
      <dgm:t>
        <a:bodyPr/>
        <a:lstStyle/>
        <a:p>
          <a:endParaRPr lang="en-IN"/>
        </a:p>
      </dgm:t>
    </dgm:pt>
    <dgm:pt modelId="{6EA7F7CB-804F-4C1F-9BFA-530A1078D2EC}" type="sibTrans" cxnId="{69332C98-4238-485F-B5C1-EDA9FC8C1E4E}">
      <dgm:prSet/>
      <dgm:spPr/>
      <dgm:t>
        <a:bodyPr/>
        <a:lstStyle/>
        <a:p>
          <a:endParaRPr lang="en-IN"/>
        </a:p>
      </dgm:t>
    </dgm:pt>
    <dgm:pt modelId="{68D73CF7-2BAF-4661-B8DD-7E95763ADCA3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None/>
          </a:pPr>
          <a:r>
            <a:rPr lang="en-US" sz="1200" b="1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Hyper-Local Reach: </a:t>
          </a: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Partnering with 500k+ Common Service Centres and MyGov for national rollout.</a:t>
          </a:r>
          <a:endParaRPr lang="en-IN" sz="1200" b="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0FA93E7-5AC0-47A7-A5D6-E3165D1D8A12}" type="parTrans" cxnId="{9E2CFB79-F32C-49DA-944A-8B2345C7DF83}">
      <dgm:prSet/>
      <dgm:spPr/>
      <dgm:t>
        <a:bodyPr/>
        <a:lstStyle/>
        <a:p>
          <a:endParaRPr lang="en-IN"/>
        </a:p>
      </dgm:t>
    </dgm:pt>
    <dgm:pt modelId="{7BAE2569-C415-439B-A966-AD41C98DE25B}" type="sibTrans" cxnId="{9E2CFB79-F32C-49DA-944A-8B2345C7DF83}">
      <dgm:prSet/>
      <dgm:spPr/>
      <dgm:t>
        <a:bodyPr/>
        <a:lstStyle/>
        <a:p>
          <a:endParaRPr lang="en-IN"/>
        </a:p>
      </dgm:t>
    </dgm:pt>
    <dgm:pt modelId="{DBE1B293-80E5-4905-8CFF-141E4647765E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None/>
          </a:pPr>
          <a:r>
            <a:rPr lang="en-US" sz="1200" b="1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Licensing:</a:t>
          </a:r>
          <a:r>
            <a:rPr lang="en-US" sz="1200" b="0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Anonymized insights</a:t>
          </a:r>
          <a:endParaRPr lang="en-IN" sz="1200" b="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2DBADC0-3DA9-4C15-B188-54055BC973D6}" type="parTrans" cxnId="{C5364756-EF0C-4BD6-90DF-35C17FF051AD}">
      <dgm:prSet/>
      <dgm:spPr/>
      <dgm:t>
        <a:bodyPr/>
        <a:lstStyle/>
        <a:p>
          <a:endParaRPr lang="en-IN"/>
        </a:p>
      </dgm:t>
    </dgm:pt>
    <dgm:pt modelId="{D3D893CE-3F13-47FA-950D-17B526B6AEC3}" type="sibTrans" cxnId="{C5364756-EF0C-4BD6-90DF-35C17FF051AD}">
      <dgm:prSet/>
      <dgm:spPr/>
      <dgm:t>
        <a:bodyPr/>
        <a:lstStyle/>
        <a:p>
          <a:endParaRPr lang="en-IN"/>
        </a:p>
      </dgm:t>
    </dgm:pt>
    <dgm:pt modelId="{8A771BB8-5C1E-4A6C-A99A-9EE037C8445E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1200" b="1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Cost Leadership:</a:t>
          </a:r>
          <a:r>
            <a:rPr lang="en-US" sz="1200" b="0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Running at &lt;$0.001/query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91EAE6D-3A3F-42BD-B3E7-E5D0C16A32F8}" type="parTrans" cxnId="{F6C46466-3E7B-4B28-8E8D-35255664363F}">
      <dgm:prSet/>
      <dgm:spPr/>
      <dgm:t>
        <a:bodyPr/>
        <a:lstStyle/>
        <a:p>
          <a:endParaRPr lang="en-IN"/>
        </a:p>
      </dgm:t>
    </dgm:pt>
    <dgm:pt modelId="{7118FFC2-AF74-42F1-A6AA-7FB6E7D90903}" type="sibTrans" cxnId="{F6C46466-3E7B-4B28-8E8D-35255664363F}">
      <dgm:prSet/>
      <dgm:spPr/>
      <dgm:t>
        <a:bodyPr/>
        <a:lstStyle/>
        <a:p>
          <a:endParaRPr lang="en-IN"/>
        </a:p>
      </dgm:t>
    </dgm:pt>
    <dgm:pt modelId="{7EBF98DF-4FAE-4A09-B3CB-6318CA07C89A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1200" b="1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Cloud Scale:</a:t>
          </a:r>
          <a:r>
            <a:rPr lang="en-US" sz="1200" b="0" i="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Zero-Touch expansion to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D2581E1-B6D4-4033-8D22-874109F07DDE}" type="parTrans" cxnId="{6EE9DB88-0E85-437E-9024-ECB381ECAB35}">
      <dgm:prSet/>
      <dgm:spPr/>
      <dgm:t>
        <a:bodyPr/>
        <a:lstStyle/>
        <a:p>
          <a:endParaRPr lang="en-IN"/>
        </a:p>
      </dgm:t>
    </dgm:pt>
    <dgm:pt modelId="{ABBEC025-DE14-426C-B6C1-7C3D4104A507}" type="sibTrans" cxnId="{6EE9DB88-0E85-437E-9024-ECB381ECAB35}">
      <dgm:prSet/>
      <dgm:spPr/>
      <dgm:t>
        <a:bodyPr/>
        <a:lstStyle/>
        <a:p>
          <a:endParaRPr lang="en-IN"/>
        </a:p>
      </dgm:t>
    </dgm:pt>
    <dgm:pt modelId="{1A8079BF-8444-452E-AFD6-9E18BE175564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None/>
          </a:pP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access for Banks and FinTech's.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4647F70-AE9E-4206-8F09-1BA04CF27656}" type="parTrans" cxnId="{4F83C1C4-64F4-41EB-A6C9-B221CE99FFA9}">
      <dgm:prSet/>
      <dgm:spPr/>
      <dgm:t>
        <a:bodyPr/>
        <a:lstStyle/>
        <a:p>
          <a:endParaRPr lang="en-IN"/>
        </a:p>
      </dgm:t>
    </dgm:pt>
    <dgm:pt modelId="{09BF1967-83D3-44E6-8549-DC9A9B250554}" type="sibTrans" cxnId="{4F83C1C4-64F4-41EB-A6C9-B221CE99FFA9}">
      <dgm:prSet/>
      <dgm:spPr/>
      <dgm:t>
        <a:bodyPr/>
        <a:lstStyle/>
        <a:p>
          <a:endParaRPr lang="en-IN"/>
        </a:p>
      </dgm:t>
    </dgm:pt>
    <dgm:pt modelId="{93D26F49-1588-496F-B6E5-DEF24EC8A114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None/>
          </a:pP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for policy analytics dashboards.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B43FB33-A64A-4F12-B8DB-0241AD569DD9}" type="parTrans" cxnId="{8DE4C2B5-8EAF-4330-BE1D-955E9C6B59FC}">
      <dgm:prSet/>
      <dgm:spPr/>
      <dgm:t>
        <a:bodyPr/>
        <a:lstStyle/>
        <a:p>
          <a:endParaRPr lang="en-IN"/>
        </a:p>
      </dgm:t>
    </dgm:pt>
    <dgm:pt modelId="{957E839D-BAB2-46D8-AF33-E6B9AF76B64B}" type="sibTrans" cxnId="{8DE4C2B5-8EAF-4330-BE1D-955E9C6B59FC}">
      <dgm:prSet/>
      <dgm:spPr/>
      <dgm:t>
        <a:bodyPr/>
        <a:lstStyle/>
        <a:p>
          <a:endParaRPr lang="en-IN"/>
        </a:p>
      </dgm:t>
    </dgm:pt>
    <dgm:pt modelId="{85EDF6EC-CA24-4165-A90D-6318FCDFCEC2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tools for CSC VLEs.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AA09016-0412-41F2-811E-AF67EF7C9F1B}" type="parTrans" cxnId="{6A0ABA5F-1814-43BA-8A04-5F4C25996386}">
      <dgm:prSet/>
      <dgm:spPr/>
      <dgm:t>
        <a:bodyPr/>
        <a:lstStyle/>
        <a:p>
          <a:endParaRPr lang="en-IN"/>
        </a:p>
      </dgm:t>
    </dgm:pt>
    <dgm:pt modelId="{08CBF84C-0F51-4116-AC59-2571D6D749A1}" type="sibTrans" cxnId="{6A0ABA5F-1814-43BA-8A04-5F4C25996386}">
      <dgm:prSet/>
      <dgm:spPr/>
      <dgm:t>
        <a:bodyPr/>
        <a:lstStyle/>
        <a:p>
          <a:endParaRPr lang="en-IN"/>
        </a:p>
      </dgm:t>
    </dgm:pt>
    <dgm:pt modelId="{81C1D92B-FDB4-4968-B2EF-D9634B2A74AE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None/>
          </a:pP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for policy think-tanks.</a:t>
          </a:r>
          <a:endParaRPr lang="en-IN" sz="1200" b="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5052D80-FD7E-4BCE-991C-9140039E6DA2}" type="parTrans" cxnId="{7771A62E-A3C7-4943-BA50-8F44C3329A8D}">
      <dgm:prSet/>
      <dgm:spPr/>
      <dgm:t>
        <a:bodyPr/>
        <a:lstStyle/>
        <a:p>
          <a:endParaRPr lang="en-IN"/>
        </a:p>
      </dgm:t>
    </dgm:pt>
    <dgm:pt modelId="{5151AE7A-E930-4308-BC01-E16A062E0890}" type="sibTrans" cxnId="{7771A62E-A3C7-4943-BA50-8F44C3329A8D}">
      <dgm:prSet/>
      <dgm:spPr/>
      <dgm:t>
        <a:bodyPr/>
        <a:lstStyle/>
        <a:p>
          <a:endParaRPr lang="en-IN"/>
        </a:p>
      </dgm:t>
    </dgm:pt>
    <dgm:pt modelId="{AF8A4A5A-1D20-4B15-8C03-B66BD54F429D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ensures high margins.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CF2E1E5-0E1A-4F04-AF69-BAD7C83C5C0B}" type="parTrans" cxnId="{4B54A56C-5489-4608-9182-A3D62B2C6A2C}">
      <dgm:prSet/>
      <dgm:spPr/>
      <dgm:t>
        <a:bodyPr/>
        <a:lstStyle/>
        <a:p>
          <a:endParaRPr lang="en-IN"/>
        </a:p>
      </dgm:t>
    </dgm:pt>
    <dgm:pt modelId="{D2A5474F-B198-4377-8F6F-C05A74EF5BC5}" type="sibTrans" cxnId="{4B54A56C-5489-4608-9182-A3D62B2C6A2C}">
      <dgm:prSet/>
      <dgm:spPr/>
      <dgm:t>
        <a:bodyPr/>
        <a:lstStyle/>
        <a:p>
          <a:endParaRPr lang="en-IN"/>
        </a:p>
      </dgm:t>
    </dgm:pt>
    <dgm:pt modelId="{829DC966-539E-49C3-97DB-26E2C16836CD}">
      <dgm:prSet phldrT="[Text]" custT="1"/>
      <dgm:spPr>
        <a:solidFill>
          <a:srgbClr val="D2E2CB"/>
        </a:solidFill>
        <a:ln>
          <a:solidFill>
            <a:srgbClr val="364C3C"/>
          </a:solidFill>
        </a:ln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1200" b="0" i="1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22+ languages via AWS.</a:t>
          </a:r>
          <a:endParaRPr lang="en-IN" sz="1200" i="1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981B48A-568B-4DA4-AB44-8E33625AF831}" type="parTrans" cxnId="{3EE5D75C-682D-465F-B681-34939701D7CF}">
      <dgm:prSet/>
      <dgm:spPr/>
      <dgm:t>
        <a:bodyPr/>
        <a:lstStyle/>
        <a:p>
          <a:endParaRPr lang="en-IN"/>
        </a:p>
      </dgm:t>
    </dgm:pt>
    <dgm:pt modelId="{EBD4563A-DA0A-4DC5-885D-58ABB7FB5B1E}" type="sibTrans" cxnId="{3EE5D75C-682D-465F-B681-34939701D7CF}">
      <dgm:prSet/>
      <dgm:spPr/>
      <dgm:t>
        <a:bodyPr/>
        <a:lstStyle/>
        <a:p>
          <a:endParaRPr lang="en-IN"/>
        </a:p>
      </dgm:t>
    </dgm:pt>
    <dgm:pt modelId="{B9717476-2FD2-4B80-9EC9-F0564C3C73F7}" type="pres">
      <dgm:prSet presAssocID="{73886DBE-AB0D-41E4-9849-FD34CC8DBB38}" presName="linearFlow" presStyleCnt="0">
        <dgm:presLayoutVars>
          <dgm:dir/>
          <dgm:animLvl val="lvl"/>
          <dgm:resizeHandles val="exact"/>
        </dgm:presLayoutVars>
      </dgm:prSet>
      <dgm:spPr/>
    </dgm:pt>
    <dgm:pt modelId="{86366DB3-0C43-4B6D-8FBB-F37045CC84AF}" type="pres">
      <dgm:prSet presAssocID="{4EAB143A-C170-4EFC-9165-AD41E79CC561}" presName="composite" presStyleCnt="0"/>
      <dgm:spPr/>
    </dgm:pt>
    <dgm:pt modelId="{8727163C-3F92-4DBD-A300-4751BAC3EC18}" type="pres">
      <dgm:prSet presAssocID="{4EAB143A-C170-4EFC-9165-AD41E79CC561}" presName="parentText" presStyleLbl="alignNode1" presStyleIdx="0" presStyleCnt="7" custScaleX="89634">
        <dgm:presLayoutVars>
          <dgm:chMax val="1"/>
          <dgm:bulletEnabled val="1"/>
        </dgm:presLayoutVars>
      </dgm:prSet>
      <dgm:spPr/>
    </dgm:pt>
    <dgm:pt modelId="{0932024C-8723-4337-A5A7-285F0E64027E}" type="pres">
      <dgm:prSet presAssocID="{4EAB143A-C170-4EFC-9165-AD41E79CC561}" presName="descendantText" presStyleLbl="alignAcc1" presStyleIdx="0" presStyleCnt="7">
        <dgm:presLayoutVars>
          <dgm:bulletEnabled val="1"/>
        </dgm:presLayoutVars>
      </dgm:prSet>
      <dgm:spPr/>
    </dgm:pt>
    <dgm:pt modelId="{13E65942-05E7-4097-AF76-233AD1A7AAC9}" type="pres">
      <dgm:prSet presAssocID="{1B0B19FA-AE11-451C-939F-4667A31A817E}" presName="sp" presStyleCnt="0"/>
      <dgm:spPr/>
    </dgm:pt>
    <dgm:pt modelId="{13F59330-4F3E-42EB-90D8-F8F1AB7DA232}" type="pres">
      <dgm:prSet presAssocID="{B1586DC3-A772-42B0-80E3-9FE66727A476}" presName="composite" presStyleCnt="0"/>
      <dgm:spPr/>
    </dgm:pt>
    <dgm:pt modelId="{7CD08CAD-B482-4566-8B30-8049B7044586}" type="pres">
      <dgm:prSet presAssocID="{B1586DC3-A772-42B0-80E3-9FE66727A476}" presName="parentText" presStyleLbl="alignNode1" presStyleIdx="1" presStyleCnt="7" custScaleX="89634">
        <dgm:presLayoutVars>
          <dgm:chMax val="1"/>
          <dgm:bulletEnabled val="1"/>
        </dgm:presLayoutVars>
      </dgm:prSet>
      <dgm:spPr/>
    </dgm:pt>
    <dgm:pt modelId="{D3533482-B037-4384-B721-BCA57552DBCA}" type="pres">
      <dgm:prSet presAssocID="{B1586DC3-A772-42B0-80E3-9FE66727A476}" presName="descendantText" presStyleLbl="alignAcc1" presStyleIdx="1" presStyleCnt="7">
        <dgm:presLayoutVars>
          <dgm:bulletEnabled val="1"/>
        </dgm:presLayoutVars>
      </dgm:prSet>
      <dgm:spPr/>
    </dgm:pt>
    <dgm:pt modelId="{0075AC45-711E-433F-99BD-31C33EA92E47}" type="pres">
      <dgm:prSet presAssocID="{B06C9BFB-D715-4A47-825B-AA626F0CA274}" presName="sp" presStyleCnt="0"/>
      <dgm:spPr/>
    </dgm:pt>
    <dgm:pt modelId="{619E4044-6DEE-40CB-9229-28718BEA6B46}" type="pres">
      <dgm:prSet presAssocID="{212764CB-C46B-43C3-9E88-1CF3CB9E72C3}" presName="composite" presStyleCnt="0"/>
      <dgm:spPr/>
    </dgm:pt>
    <dgm:pt modelId="{1FCDD601-DA1F-4F72-8784-0AD97EFD8129}" type="pres">
      <dgm:prSet presAssocID="{212764CB-C46B-43C3-9E88-1CF3CB9E72C3}" presName="parentText" presStyleLbl="alignNode1" presStyleIdx="2" presStyleCnt="7" custScaleX="89634">
        <dgm:presLayoutVars>
          <dgm:chMax val="1"/>
          <dgm:bulletEnabled val="1"/>
        </dgm:presLayoutVars>
      </dgm:prSet>
      <dgm:spPr/>
    </dgm:pt>
    <dgm:pt modelId="{58630281-B0DE-4C92-B46E-F01738BD8A4B}" type="pres">
      <dgm:prSet presAssocID="{212764CB-C46B-43C3-9E88-1CF3CB9E72C3}" presName="descendantText" presStyleLbl="alignAcc1" presStyleIdx="2" presStyleCnt="7">
        <dgm:presLayoutVars>
          <dgm:bulletEnabled val="1"/>
        </dgm:presLayoutVars>
      </dgm:prSet>
      <dgm:spPr/>
    </dgm:pt>
    <dgm:pt modelId="{85E8F66C-27EC-473E-89A7-E2402411705A}" type="pres">
      <dgm:prSet presAssocID="{F1735287-ECD4-40C7-80AE-1EA976E995FC}" presName="sp" presStyleCnt="0"/>
      <dgm:spPr/>
    </dgm:pt>
    <dgm:pt modelId="{7DA120C8-6815-49B5-B2AF-3A98017161C5}" type="pres">
      <dgm:prSet presAssocID="{C037D296-452F-49D4-ADF6-5D996E5F8AE8}" presName="composite" presStyleCnt="0"/>
      <dgm:spPr/>
    </dgm:pt>
    <dgm:pt modelId="{299CA4ED-2770-4D80-B6CF-A14F1A49625D}" type="pres">
      <dgm:prSet presAssocID="{C037D296-452F-49D4-ADF6-5D996E5F8AE8}" presName="parentText" presStyleLbl="alignNode1" presStyleIdx="3" presStyleCnt="7" custScaleX="89634">
        <dgm:presLayoutVars>
          <dgm:chMax val="1"/>
          <dgm:bulletEnabled val="1"/>
        </dgm:presLayoutVars>
      </dgm:prSet>
      <dgm:spPr/>
    </dgm:pt>
    <dgm:pt modelId="{438B8301-91E9-483F-BD07-06181D82BC0B}" type="pres">
      <dgm:prSet presAssocID="{C037D296-452F-49D4-ADF6-5D996E5F8AE8}" presName="descendantText" presStyleLbl="alignAcc1" presStyleIdx="3" presStyleCnt="7">
        <dgm:presLayoutVars>
          <dgm:bulletEnabled val="1"/>
        </dgm:presLayoutVars>
      </dgm:prSet>
      <dgm:spPr/>
    </dgm:pt>
    <dgm:pt modelId="{8C002EDC-9E4C-4326-AF53-80241F954365}" type="pres">
      <dgm:prSet presAssocID="{F14D85AF-1245-4478-9680-EC9F314275BD}" presName="sp" presStyleCnt="0"/>
      <dgm:spPr/>
    </dgm:pt>
    <dgm:pt modelId="{0BBAF375-C4BE-401D-9A0F-B5AE1C6C3579}" type="pres">
      <dgm:prSet presAssocID="{D9DE244C-2A48-4F67-8643-CCDA97445852}" presName="composite" presStyleCnt="0"/>
      <dgm:spPr/>
    </dgm:pt>
    <dgm:pt modelId="{A44233DE-F467-44B5-A289-FE4F9AB5FCA8}" type="pres">
      <dgm:prSet presAssocID="{D9DE244C-2A48-4F67-8643-CCDA97445852}" presName="parentText" presStyleLbl="alignNode1" presStyleIdx="4" presStyleCnt="7" custScaleX="89634">
        <dgm:presLayoutVars>
          <dgm:chMax val="1"/>
          <dgm:bulletEnabled val="1"/>
        </dgm:presLayoutVars>
      </dgm:prSet>
      <dgm:spPr/>
    </dgm:pt>
    <dgm:pt modelId="{0548AA49-C4AD-4E79-90FB-39C42EF5CBB6}" type="pres">
      <dgm:prSet presAssocID="{D9DE244C-2A48-4F67-8643-CCDA97445852}" presName="descendantText" presStyleLbl="alignAcc1" presStyleIdx="4" presStyleCnt="7">
        <dgm:presLayoutVars>
          <dgm:bulletEnabled val="1"/>
        </dgm:presLayoutVars>
      </dgm:prSet>
      <dgm:spPr/>
    </dgm:pt>
    <dgm:pt modelId="{87DB9BE9-7242-45ED-96B0-5AB94949E8F6}" type="pres">
      <dgm:prSet presAssocID="{8C317CCF-293B-4890-BD12-DD294C54F93B}" presName="sp" presStyleCnt="0"/>
      <dgm:spPr/>
    </dgm:pt>
    <dgm:pt modelId="{09D4DF78-3814-4A5A-83F9-537E6CD344C2}" type="pres">
      <dgm:prSet presAssocID="{DE487BE1-25A0-47FC-B0F4-307F3086BD53}" presName="composite" presStyleCnt="0"/>
      <dgm:spPr/>
    </dgm:pt>
    <dgm:pt modelId="{BAEBFF2D-F3EA-4AAF-B7BC-A7C78CB0BDF8}" type="pres">
      <dgm:prSet presAssocID="{DE487BE1-25A0-47FC-B0F4-307F3086BD53}" presName="parentText" presStyleLbl="alignNode1" presStyleIdx="5" presStyleCnt="7" custScaleX="89634">
        <dgm:presLayoutVars>
          <dgm:chMax val="1"/>
          <dgm:bulletEnabled val="1"/>
        </dgm:presLayoutVars>
      </dgm:prSet>
      <dgm:spPr/>
    </dgm:pt>
    <dgm:pt modelId="{BF96AB9F-45B3-4E24-BA74-DEECC1D69231}" type="pres">
      <dgm:prSet presAssocID="{DE487BE1-25A0-47FC-B0F4-307F3086BD53}" presName="descendantText" presStyleLbl="alignAcc1" presStyleIdx="5" presStyleCnt="7">
        <dgm:presLayoutVars>
          <dgm:bulletEnabled val="1"/>
        </dgm:presLayoutVars>
      </dgm:prSet>
      <dgm:spPr/>
    </dgm:pt>
    <dgm:pt modelId="{B3678EE5-F6B5-4082-85FC-066E9158AB67}" type="pres">
      <dgm:prSet presAssocID="{06447F51-C048-424B-B7DA-F86F95E4FB5F}" presName="sp" presStyleCnt="0"/>
      <dgm:spPr/>
    </dgm:pt>
    <dgm:pt modelId="{CC97C951-887C-4BDC-8FE9-CA2F253957F9}" type="pres">
      <dgm:prSet presAssocID="{60A5EE3A-EDB5-4C6B-A909-15466ABBE988}" presName="composite" presStyleCnt="0"/>
      <dgm:spPr/>
    </dgm:pt>
    <dgm:pt modelId="{95ADB45C-D970-48B2-B006-5A07B2531760}" type="pres">
      <dgm:prSet presAssocID="{60A5EE3A-EDB5-4C6B-A909-15466ABBE988}" presName="parentText" presStyleLbl="alignNode1" presStyleIdx="6" presStyleCnt="7" custScaleX="89634">
        <dgm:presLayoutVars>
          <dgm:chMax val="1"/>
          <dgm:bulletEnabled val="1"/>
        </dgm:presLayoutVars>
      </dgm:prSet>
      <dgm:spPr/>
    </dgm:pt>
    <dgm:pt modelId="{8AC72BED-8008-4059-B64F-C76B0F1ED5DD}" type="pres">
      <dgm:prSet presAssocID="{60A5EE3A-EDB5-4C6B-A909-15466ABBE988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2D6F6E0B-DDCC-47E1-B7A1-BD0EDA0557ED}" type="presOf" srcId="{81C1D92B-FDB4-4968-B2EF-D9634B2A74AE}" destId="{0548AA49-C4AD-4E79-90FB-39C42EF5CBB6}" srcOrd="0" destOrd="1" presId="urn:microsoft.com/office/officeart/2005/8/layout/chevron2"/>
    <dgm:cxn modelId="{CD13540C-2FEE-42B3-8310-6365E15D04EF}" type="presOf" srcId="{73886DBE-AB0D-41E4-9849-FD34CC8DBB38}" destId="{B9717476-2FD2-4B80-9EC9-F0564C3C73F7}" srcOrd="0" destOrd="0" presId="urn:microsoft.com/office/officeart/2005/8/layout/chevron2"/>
    <dgm:cxn modelId="{7B46DD13-4404-43EE-9917-4063A5CF243A}" type="presOf" srcId="{60A5EE3A-EDB5-4C6B-A909-15466ABBE988}" destId="{95ADB45C-D970-48B2-B006-5A07B2531760}" srcOrd="0" destOrd="0" presId="urn:microsoft.com/office/officeart/2005/8/layout/chevron2"/>
    <dgm:cxn modelId="{28A35A16-46F4-4855-B8F9-0B3071C8255C}" srcId="{73886DBE-AB0D-41E4-9849-FD34CC8DBB38}" destId="{212764CB-C46B-43C3-9E88-1CF3CB9E72C3}" srcOrd="2" destOrd="0" parTransId="{13CB8A46-E9A7-400E-8B09-0494AD5D62BE}" sibTransId="{F1735287-ECD4-40C7-80AE-1EA976E995FC}"/>
    <dgm:cxn modelId="{37D1A024-112F-48A9-A776-0E1D7EFBD4F2}" type="presOf" srcId="{AF8A4A5A-1D20-4B15-8C03-B66BD54F429D}" destId="{BF96AB9F-45B3-4E24-BA74-DEECC1D69231}" srcOrd="0" destOrd="1" presId="urn:microsoft.com/office/officeart/2005/8/layout/chevron2"/>
    <dgm:cxn modelId="{059FDD28-4637-4F8D-A725-C8A204195227}" srcId="{4EAB143A-C170-4EFC-9165-AD41E79CC561}" destId="{B93E2871-98CA-4907-80AD-526217B138E8}" srcOrd="0" destOrd="0" parTransId="{D5C4D3A2-00C0-43CD-972A-47A70F5FB772}" sibTransId="{CC28D510-ABBD-4812-848D-E43C0ECDBE20}"/>
    <dgm:cxn modelId="{61E4D02C-38D4-4567-B0E3-68AEC9E8D48F}" srcId="{73886DBE-AB0D-41E4-9849-FD34CC8DBB38}" destId="{C037D296-452F-49D4-ADF6-5D996E5F8AE8}" srcOrd="3" destOrd="0" parTransId="{D0D9EDD2-4266-4D48-8E90-91FC624BE02B}" sibTransId="{F14D85AF-1245-4478-9680-EC9F314275BD}"/>
    <dgm:cxn modelId="{7771A62E-A3C7-4943-BA50-8F44C3329A8D}" srcId="{D9DE244C-2A48-4F67-8643-CCDA97445852}" destId="{81C1D92B-FDB4-4968-B2EF-D9634B2A74AE}" srcOrd="1" destOrd="0" parTransId="{75052D80-FD7E-4BCE-991C-9140039E6DA2}" sibTransId="{5151AE7A-E930-4308-BC01-E16A062E0890}"/>
    <dgm:cxn modelId="{62C9112F-F6E5-4FDD-AA7B-B0B20461DE03}" srcId="{73886DBE-AB0D-41E4-9849-FD34CC8DBB38}" destId="{4EAB143A-C170-4EFC-9165-AD41E79CC561}" srcOrd="0" destOrd="0" parTransId="{A629B3D0-5768-4CE3-832B-05991A386213}" sibTransId="{1B0B19FA-AE11-451C-939F-4667A31A817E}"/>
    <dgm:cxn modelId="{0F76A638-76B8-488D-9DDF-4AA6F0A53D52}" type="presOf" srcId="{DBE1B293-80E5-4905-8CFF-141E4647765E}" destId="{0548AA49-C4AD-4E79-90FB-39C42EF5CBB6}" srcOrd="0" destOrd="0" presId="urn:microsoft.com/office/officeart/2005/8/layout/chevron2"/>
    <dgm:cxn modelId="{3EE5D75C-682D-465F-B681-34939701D7CF}" srcId="{60A5EE3A-EDB5-4C6B-A909-15466ABBE988}" destId="{829DC966-539E-49C3-97DB-26E2C16836CD}" srcOrd="1" destOrd="0" parTransId="{8981B48A-568B-4DA4-AB44-8E33625AF831}" sibTransId="{EBD4563A-DA0A-4DC5-885D-58ABB7FB5B1E}"/>
    <dgm:cxn modelId="{6A0ABA5F-1814-43BA-8A04-5F4C25996386}" srcId="{212764CB-C46B-43C3-9E88-1CF3CB9E72C3}" destId="{85EDF6EC-CA24-4165-A90D-6318FCDFCEC2}" srcOrd="1" destOrd="0" parTransId="{8AA09016-0412-41F2-811E-AF67EF7C9F1B}" sibTransId="{08CBF84C-0F51-4116-AC59-2571D6D749A1}"/>
    <dgm:cxn modelId="{39205360-1707-4289-A395-E45B74A3F412}" srcId="{212764CB-C46B-43C3-9E88-1CF3CB9E72C3}" destId="{4CA78C85-57BB-4EF5-93E0-C8F057F9E189}" srcOrd="0" destOrd="0" parTransId="{08B32F8C-7F38-4F90-9977-F821B6A36124}" sibTransId="{D38F0537-CBBE-420B-A30D-12B1E1653910}"/>
    <dgm:cxn modelId="{F6C46466-3E7B-4B28-8E8D-35255664363F}" srcId="{DE487BE1-25A0-47FC-B0F4-307F3086BD53}" destId="{8A771BB8-5C1E-4A6C-A99A-9EE037C8445E}" srcOrd="0" destOrd="0" parTransId="{791EAE6D-3A3F-42BD-B3E7-E5D0C16A32F8}" sibTransId="{7118FFC2-AF74-42F1-A6AA-7FB6E7D90903}"/>
    <dgm:cxn modelId="{6FD22847-DC57-4092-8843-1FEA3576BAC3}" type="presOf" srcId="{4CA78C85-57BB-4EF5-93E0-C8F057F9E189}" destId="{58630281-B0DE-4C92-B46E-F01738BD8A4B}" srcOrd="0" destOrd="0" presId="urn:microsoft.com/office/officeart/2005/8/layout/chevron2"/>
    <dgm:cxn modelId="{66228A4A-87AE-421C-8572-789AF5C28C23}" srcId="{73886DBE-AB0D-41E4-9849-FD34CC8DBB38}" destId="{B1586DC3-A772-42B0-80E3-9FE66727A476}" srcOrd="1" destOrd="0" parTransId="{2F847C18-A34B-4309-B7EA-F40323D0F152}" sibTransId="{B06C9BFB-D715-4A47-825B-AA626F0CA274}"/>
    <dgm:cxn modelId="{9E0A3C4C-A11F-4554-A1BD-286DDF71F780}" type="presOf" srcId="{B1586DC3-A772-42B0-80E3-9FE66727A476}" destId="{7CD08CAD-B482-4566-8B30-8049B7044586}" srcOrd="0" destOrd="0" presId="urn:microsoft.com/office/officeart/2005/8/layout/chevron2"/>
    <dgm:cxn modelId="{4B54A56C-5489-4608-9182-A3D62B2C6A2C}" srcId="{DE487BE1-25A0-47FC-B0F4-307F3086BD53}" destId="{AF8A4A5A-1D20-4B15-8C03-B66BD54F429D}" srcOrd="1" destOrd="0" parTransId="{5CF2E1E5-0E1A-4F04-AF69-BAD7C83C5C0B}" sibTransId="{D2A5474F-B198-4377-8F6F-C05A74EF5BC5}"/>
    <dgm:cxn modelId="{205B1E6F-1B8D-4EC8-958C-11C614992906}" srcId="{73886DBE-AB0D-41E4-9849-FD34CC8DBB38}" destId="{D9DE244C-2A48-4F67-8643-CCDA97445852}" srcOrd="4" destOrd="0" parTransId="{AA153602-58F6-48BA-A197-13BD30FD7208}" sibTransId="{8C317CCF-293B-4890-BD12-DD294C54F93B}"/>
    <dgm:cxn modelId="{B5F84D54-909D-48D9-B413-BAF6462D966C}" type="presOf" srcId="{DE487BE1-25A0-47FC-B0F4-307F3086BD53}" destId="{BAEBFF2D-F3EA-4AAF-B7BC-A7C78CB0BDF8}" srcOrd="0" destOrd="0" presId="urn:microsoft.com/office/officeart/2005/8/layout/chevron2"/>
    <dgm:cxn modelId="{FA467875-A80F-4A00-AA1F-1C1048AFBB00}" type="presOf" srcId="{C037D296-452F-49D4-ADF6-5D996E5F8AE8}" destId="{299CA4ED-2770-4D80-B6CF-A14F1A49625D}" srcOrd="0" destOrd="0" presId="urn:microsoft.com/office/officeart/2005/8/layout/chevron2"/>
    <dgm:cxn modelId="{C5364756-EF0C-4BD6-90DF-35C17FF051AD}" srcId="{D9DE244C-2A48-4F67-8643-CCDA97445852}" destId="{DBE1B293-80E5-4905-8CFF-141E4647765E}" srcOrd="0" destOrd="0" parTransId="{12DBADC0-3DA9-4C15-B188-54055BC973D6}" sibTransId="{D3D893CE-3F13-47FA-950D-17B526B6AEC3}"/>
    <dgm:cxn modelId="{F4CF9E78-27B3-450F-B555-A1ABD4ECC38F}" type="presOf" srcId="{68D73CF7-2BAF-4661-B8DD-7E95763ADCA3}" destId="{438B8301-91E9-483F-BD07-06181D82BC0B}" srcOrd="0" destOrd="0" presId="urn:microsoft.com/office/officeart/2005/8/layout/chevron2"/>
    <dgm:cxn modelId="{CF9DA378-93E4-48C9-B692-BB9CD6C1F9DB}" type="presOf" srcId="{85EDF6EC-CA24-4165-A90D-6318FCDFCEC2}" destId="{58630281-B0DE-4C92-B46E-F01738BD8A4B}" srcOrd="0" destOrd="1" presId="urn:microsoft.com/office/officeart/2005/8/layout/chevron2"/>
    <dgm:cxn modelId="{9E2CFB79-F32C-49DA-944A-8B2345C7DF83}" srcId="{C037D296-452F-49D4-ADF6-5D996E5F8AE8}" destId="{68D73CF7-2BAF-4661-B8DD-7E95763ADCA3}" srcOrd="0" destOrd="0" parTransId="{90FA93E7-5AC0-47A7-A5D6-E3165D1D8A12}" sibTransId="{7BAE2569-C415-439B-A966-AD41C98DE25B}"/>
    <dgm:cxn modelId="{6EE9DB88-0E85-437E-9024-ECB381ECAB35}" srcId="{60A5EE3A-EDB5-4C6B-A909-15466ABBE988}" destId="{7EBF98DF-4FAE-4A09-B3CB-6318CA07C89A}" srcOrd="0" destOrd="0" parTransId="{CD2581E1-B6D4-4033-8D22-874109F07DDE}" sibTransId="{ABBEC025-DE14-426C-B6C1-7C3D4104A507}"/>
    <dgm:cxn modelId="{79F7758E-871B-420F-B9DE-3829C253DCD9}" type="presOf" srcId="{93D26F49-1588-496F-B6E5-DEF24EC8A114}" destId="{0932024C-8723-4337-A5A7-285F0E64027E}" srcOrd="0" destOrd="1" presId="urn:microsoft.com/office/officeart/2005/8/layout/chevron2"/>
    <dgm:cxn modelId="{5CC3858E-D0C9-49CC-AD20-EB220CF7C8E2}" type="presOf" srcId="{91E127C2-98BE-4352-AB9B-B42AE6E60677}" destId="{D3533482-B037-4384-B721-BCA57552DBCA}" srcOrd="0" destOrd="0" presId="urn:microsoft.com/office/officeart/2005/8/layout/chevron2"/>
    <dgm:cxn modelId="{D9A97896-BF18-41A9-B0AA-DB3F8CBAF2E6}" srcId="{B1586DC3-A772-42B0-80E3-9FE66727A476}" destId="{91E127C2-98BE-4352-AB9B-B42AE6E60677}" srcOrd="0" destOrd="0" parTransId="{F1237534-5016-4784-95B1-7AF7C02F5156}" sibTransId="{3D09E23C-62B4-4F90-90EC-CE4C7282BAE7}"/>
    <dgm:cxn modelId="{69332C98-4238-485F-B5C1-EDA9FC8C1E4E}" srcId="{73886DBE-AB0D-41E4-9849-FD34CC8DBB38}" destId="{60A5EE3A-EDB5-4C6B-A909-15466ABBE988}" srcOrd="6" destOrd="0" parTransId="{7FE8D20B-AE47-4F87-A64F-9CB3E4A41D3F}" sibTransId="{6EA7F7CB-804F-4C1F-9BFA-530A1078D2EC}"/>
    <dgm:cxn modelId="{7DC11AA8-F37E-4E43-A994-C728CAE2CC00}" type="presOf" srcId="{B93E2871-98CA-4907-80AD-526217B138E8}" destId="{0932024C-8723-4337-A5A7-285F0E64027E}" srcOrd="0" destOrd="0" presId="urn:microsoft.com/office/officeart/2005/8/layout/chevron2"/>
    <dgm:cxn modelId="{8DE4C2B5-8EAF-4330-BE1D-955E9C6B59FC}" srcId="{4EAB143A-C170-4EFC-9165-AD41E79CC561}" destId="{93D26F49-1588-496F-B6E5-DEF24EC8A114}" srcOrd="1" destOrd="0" parTransId="{BB43FB33-A64A-4F12-B8DB-0241AD569DD9}" sibTransId="{957E839D-BAB2-46D8-AF33-E6B9AF76B64B}"/>
    <dgm:cxn modelId="{4F83C1C4-64F4-41EB-A6C9-B221CE99FFA9}" srcId="{B1586DC3-A772-42B0-80E3-9FE66727A476}" destId="{1A8079BF-8444-452E-AFD6-9E18BE175564}" srcOrd="1" destOrd="0" parTransId="{74647F70-AE9E-4206-8F09-1BA04CF27656}" sibTransId="{09BF1967-83D3-44E6-8549-DC9A9B250554}"/>
    <dgm:cxn modelId="{B040ACCF-8401-48A2-BE4B-93F0C6D6E21D}" type="presOf" srcId="{212764CB-C46B-43C3-9E88-1CF3CB9E72C3}" destId="{1FCDD601-DA1F-4F72-8784-0AD97EFD8129}" srcOrd="0" destOrd="0" presId="urn:microsoft.com/office/officeart/2005/8/layout/chevron2"/>
    <dgm:cxn modelId="{6B5952D7-B0BA-44B0-836B-1E6863879F89}" type="presOf" srcId="{8A771BB8-5C1E-4A6C-A99A-9EE037C8445E}" destId="{BF96AB9F-45B3-4E24-BA74-DEECC1D69231}" srcOrd="0" destOrd="0" presId="urn:microsoft.com/office/officeart/2005/8/layout/chevron2"/>
    <dgm:cxn modelId="{24C428DB-BAA1-4B10-B702-35668A7C3D17}" type="presOf" srcId="{1A8079BF-8444-452E-AFD6-9E18BE175564}" destId="{D3533482-B037-4384-B721-BCA57552DBCA}" srcOrd="0" destOrd="1" presId="urn:microsoft.com/office/officeart/2005/8/layout/chevron2"/>
    <dgm:cxn modelId="{B66D62E5-45E3-4E27-9C3B-8FDE20398C73}" type="presOf" srcId="{4EAB143A-C170-4EFC-9165-AD41E79CC561}" destId="{8727163C-3F92-4DBD-A300-4751BAC3EC18}" srcOrd="0" destOrd="0" presId="urn:microsoft.com/office/officeart/2005/8/layout/chevron2"/>
    <dgm:cxn modelId="{4B7C3AE7-F824-4842-8F43-B14C628DE06B}" type="presOf" srcId="{7EBF98DF-4FAE-4A09-B3CB-6318CA07C89A}" destId="{8AC72BED-8008-4059-B64F-C76B0F1ED5DD}" srcOrd="0" destOrd="0" presId="urn:microsoft.com/office/officeart/2005/8/layout/chevron2"/>
    <dgm:cxn modelId="{E4D190F8-A767-483D-A08D-8A4E7237731B}" type="presOf" srcId="{829DC966-539E-49C3-97DB-26E2C16836CD}" destId="{8AC72BED-8008-4059-B64F-C76B0F1ED5DD}" srcOrd="0" destOrd="1" presId="urn:microsoft.com/office/officeart/2005/8/layout/chevron2"/>
    <dgm:cxn modelId="{BE2053F9-8875-4152-ABFE-0789C146EB90}" type="presOf" srcId="{D9DE244C-2A48-4F67-8643-CCDA97445852}" destId="{A44233DE-F467-44B5-A289-FE4F9AB5FCA8}" srcOrd="0" destOrd="0" presId="urn:microsoft.com/office/officeart/2005/8/layout/chevron2"/>
    <dgm:cxn modelId="{59A69AFF-54CC-4508-BDA8-ACE24E48E938}" srcId="{73886DBE-AB0D-41E4-9849-FD34CC8DBB38}" destId="{DE487BE1-25A0-47FC-B0F4-307F3086BD53}" srcOrd="5" destOrd="0" parTransId="{0ED88DBE-5F35-4BA9-A20E-F426C4514478}" sibTransId="{06447F51-C048-424B-B7DA-F86F95E4FB5F}"/>
    <dgm:cxn modelId="{9CE7D029-8879-4092-A893-D3A7BFDC9CEA}" type="presParOf" srcId="{B9717476-2FD2-4B80-9EC9-F0564C3C73F7}" destId="{86366DB3-0C43-4B6D-8FBB-F37045CC84AF}" srcOrd="0" destOrd="0" presId="urn:microsoft.com/office/officeart/2005/8/layout/chevron2"/>
    <dgm:cxn modelId="{DDD0773A-FBC2-4178-8B64-D083C027E6EE}" type="presParOf" srcId="{86366DB3-0C43-4B6D-8FBB-F37045CC84AF}" destId="{8727163C-3F92-4DBD-A300-4751BAC3EC18}" srcOrd="0" destOrd="0" presId="urn:microsoft.com/office/officeart/2005/8/layout/chevron2"/>
    <dgm:cxn modelId="{8FEFC85C-1B30-488D-A688-9CA1447C95C1}" type="presParOf" srcId="{86366DB3-0C43-4B6D-8FBB-F37045CC84AF}" destId="{0932024C-8723-4337-A5A7-285F0E64027E}" srcOrd="1" destOrd="0" presId="urn:microsoft.com/office/officeart/2005/8/layout/chevron2"/>
    <dgm:cxn modelId="{F4F53D77-5A43-4779-9813-47834DAA19F1}" type="presParOf" srcId="{B9717476-2FD2-4B80-9EC9-F0564C3C73F7}" destId="{13E65942-05E7-4097-AF76-233AD1A7AAC9}" srcOrd="1" destOrd="0" presId="urn:microsoft.com/office/officeart/2005/8/layout/chevron2"/>
    <dgm:cxn modelId="{D2A35DEE-9729-47A4-9F06-4AFC1D3A891C}" type="presParOf" srcId="{B9717476-2FD2-4B80-9EC9-F0564C3C73F7}" destId="{13F59330-4F3E-42EB-90D8-F8F1AB7DA232}" srcOrd="2" destOrd="0" presId="urn:microsoft.com/office/officeart/2005/8/layout/chevron2"/>
    <dgm:cxn modelId="{B9C78480-CDD9-4AB7-9A60-E24754197D28}" type="presParOf" srcId="{13F59330-4F3E-42EB-90D8-F8F1AB7DA232}" destId="{7CD08CAD-B482-4566-8B30-8049B7044586}" srcOrd="0" destOrd="0" presId="urn:microsoft.com/office/officeart/2005/8/layout/chevron2"/>
    <dgm:cxn modelId="{929D8685-9585-4168-A82E-6540311611A6}" type="presParOf" srcId="{13F59330-4F3E-42EB-90D8-F8F1AB7DA232}" destId="{D3533482-B037-4384-B721-BCA57552DBCA}" srcOrd="1" destOrd="0" presId="urn:microsoft.com/office/officeart/2005/8/layout/chevron2"/>
    <dgm:cxn modelId="{A13BE089-F25E-4A2A-AD7E-0845DD9183E4}" type="presParOf" srcId="{B9717476-2FD2-4B80-9EC9-F0564C3C73F7}" destId="{0075AC45-711E-433F-99BD-31C33EA92E47}" srcOrd="3" destOrd="0" presId="urn:microsoft.com/office/officeart/2005/8/layout/chevron2"/>
    <dgm:cxn modelId="{94419DE4-11AA-46E3-AF03-63FDA6635A6E}" type="presParOf" srcId="{B9717476-2FD2-4B80-9EC9-F0564C3C73F7}" destId="{619E4044-6DEE-40CB-9229-28718BEA6B46}" srcOrd="4" destOrd="0" presId="urn:microsoft.com/office/officeart/2005/8/layout/chevron2"/>
    <dgm:cxn modelId="{50CA5737-8B05-423E-883F-CB3FD9262140}" type="presParOf" srcId="{619E4044-6DEE-40CB-9229-28718BEA6B46}" destId="{1FCDD601-DA1F-4F72-8784-0AD97EFD8129}" srcOrd="0" destOrd="0" presId="urn:microsoft.com/office/officeart/2005/8/layout/chevron2"/>
    <dgm:cxn modelId="{A52BFCD9-084E-48DC-91DF-E8B8AA5CF1AE}" type="presParOf" srcId="{619E4044-6DEE-40CB-9229-28718BEA6B46}" destId="{58630281-B0DE-4C92-B46E-F01738BD8A4B}" srcOrd="1" destOrd="0" presId="urn:microsoft.com/office/officeart/2005/8/layout/chevron2"/>
    <dgm:cxn modelId="{BC252C37-5D6D-430C-AEDC-3AEA26AF5D84}" type="presParOf" srcId="{B9717476-2FD2-4B80-9EC9-F0564C3C73F7}" destId="{85E8F66C-27EC-473E-89A7-E2402411705A}" srcOrd="5" destOrd="0" presId="urn:microsoft.com/office/officeart/2005/8/layout/chevron2"/>
    <dgm:cxn modelId="{564799BE-BACE-44AA-B763-81090FD3E44F}" type="presParOf" srcId="{B9717476-2FD2-4B80-9EC9-F0564C3C73F7}" destId="{7DA120C8-6815-49B5-B2AF-3A98017161C5}" srcOrd="6" destOrd="0" presId="urn:microsoft.com/office/officeart/2005/8/layout/chevron2"/>
    <dgm:cxn modelId="{C61D8B4D-7303-409A-BC31-8146468410FC}" type="presParOf" srcId="{7DA120C8-6815-49B5-B2AF-3A98017161C5}" destId="{299CA4ED-2770-4D80-B6CF-A14F1A49625D}" srcOrd="0" destOrd="0" presId="urn:microsoft.com/office/officeart/2005/8/layout/chevron2"/>
    <dgm:cxn modelId="{27898859-23F5-44C1-A44C-CF7C0E2B0854}" type="presParOf" srcId="{7DA120C8-6815-49B5-B2AF-3A98017161C5}" destId="{438B8301-91E9-483F-BD07-06181D82BC0B}" srcOrd="1" destOrd="0" presId="urn:microsoft.com/office/officeart/2005/8/layout/chevron2"/>
    <dgm:cxn modelId="{A41FE53F-EDF2-4DB6-B2CA-2F9377828BD3}" type="presParOf" srcId="{B9717476-2FD2-4B80-9EC9-F0564C3C73F7}" destId="{8C002EDC-9E4C-4326-AF53-80241F954365}" srcOrd="7" destOrd="0" presId="urn:microsoft.com/office/officeart/2005/8/layout/chevron2"/>
    <dgm:cxn modelId="{128389BF-7274-49E6-9156-1A695BACFB1F}" type="presParOf" srcId="{B9717476-2FD2-4B80-9EC9-F0564C3C73F7}" destId="{0BBAF375-C4BE-401D-9A0F-B5AE1C6C3579}" srcOrd="8" destOrd="0" presId="urn:microsoft.com/office/officeart/2005/8/layout/chevron2"/>
    <dgm:cxn modelId="{53B950E9-D7A7-407F-9EBA-A4DA830A028B}" type="presParOf" srcId="{0BBAF375-C4BE-401D-9A0F-B5AE1C6C3579}" destId="{A44233DE-F467-44B5-A289-FE4F9AB5FCA8}" srcOrd="0" destOrd="0" presId="urn:microsoft.com/office/officeart/2005/8/layout/chevron2"/>
    <dgm:cxn modelId="{459F0DE9-D440-4DDF-AE15-FB6631738C66}" type="presParOf" srcId="{0BBAF375-C4BE-401D-9A0F-B5AE1C6C3579}" destId="{0548AA49-C4AD-4E79-90FB-39C42EF5CBB6}" srcOrd="1" destOrd="0" presId="urn:microsoft.com/office/officeart/2005/8/layout/chevron2"/>
    <dgm:cxn modelId="{D4566D30-A6C7-483E-92C4-DCDE300D78A8}" type="presParOf" srcId="{B9717476-2FD2-4B80-9EC9-F0564C3C73F7}" destId="{87DB9BE9-7242-45ED-96B0-5AB94949E8F6}" srcOrd="9" destOrd="0" presId="urn:microsoft.com/office/officeart/2005/8/layout/chevron2"/>
    <dgm:cxn modelId="{81884C54-DC38-4660-A754-1A0E16A9BE9C}" type="presParOf" srcId="{B9717476-2FD2-4B80-9EC9-F0564C3C73F7}" destId="{09D4DF78-3814-4A5A-83F9-537E6CD344C2}" srcOrd="10" destOrd="0" presId="urn:microsoft.com/office/officeart/2005/8/layout/chevron2"/>
    <dgm:cxn modelId="{3FA80548-51A2-4173-8E73-0A7A8C329153}" type="presParOf" srcId="{09D4DF78-3814-4A5A-83F9-537E6CD344C2}" destId="{BAEBFF2D-F3EA-4AAF-B7BC-A7C78CB0BDF8}" srcOrd="0" destOrd="0" presId="urn:microsoft.com/office/officeart/2005/8/layout/chevron2"/>
    <dgm:cxn modelId="{6E30B977-9F60-4EF1-A3D8-D5934D48C271}" type="presParOf" srcId="{09D4DF78-3814-4A5A-83F9-537E6CD344C2}" destId="{BF96AB9F-45B3-4E24-BA74-DEECC1D69231}" srcOrd="1" destOrd="0" presId="urn:microsoft.com/office/officeart/2005/8/layout/chevron2"/>
    <dgm:cxn modelId="{8A027042-2F1F-49A3-9E78-6F85F17138E5}" type="presParOf" srcId="{B9717476-2FD2-4B80-9EC9-F0564C3C73F7}" destId="{B3678EE5-F6B5-4082-85FC-066E9158AB67}" srcOrd="11" destOrd="0" presId="urn:microsoft.com/office/officeart/2005/8/layout/chevron2"/>
    <dgm:cxn modelId="{0C561FAC-4EC5-4936-80C0-C1AD6E0B2467}" type="presParOf" srcId="{B9717476-2FD2-4B80-9EC9-F0564C3C73F7}" destId="{CC97C951-887C-4BDC-8FE9-CA2F253957F9}" srcOrd="12" destOrd="0" presId="urn:microsoft.com/office/officeart/2005/8/layout/chevron2"/>
    <dgm:cxn modelId="{E161941C-DA8F-48BB-BF52-4673B9D6B6BC}" type="presParOf" srcId="{CC97C951-887C-4BDC-8FE9-CA2F253957F9}" destId="{95ADB45C-D970-48B2-B006-5A07B2531760}" srcOrd="0" destOrd="0" presId="urn:microsoft.com/office/officeart/2005/8/layout/chevron2"/>
    <dgm:cxn modelId="{5A5EFC99-AC52-491A-9B8C-6B0ACCB0902E}" type="presParOf" srcId="{CC97C951-887C-4BDC-8FE9-CA2F253957F9}" destId="{8AC72BED-8008-4059-B64F-C76B0F1ED5D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7F0AE-2DA6-4A82-9FC5-14D9819D0413}">
      <dsp:nvSpPr>
        <dsp:cNvPr id="0" name=""/>
        <dsp:cNvSpPr/>
      </dsp:nvSpPr>
      <dsp:spPr>
        <a:xfrm>
          <a:off x="-3234775" y="-497718"/>
          <a:ext cx="3857756" cy="3857756"/>
        </a:xfrm>
        <a:prstGeom prst="blockArc">
          <a:avLst>
            <a:gd name="adj1" fmla="val 18900000"/>
            <a:gd name="adj2" fmla="val 2700000"/>
            <a:gd name="adj3" fmla="val 560"/>
          </a:avLst>
        </a:prstGeom>
        <a:noFill/>
        <a:ln w="25400" cap="flat" cmpd="sng" algn="ctr">
          <a:solidFill>
            <a:srgbClr val="243328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4FAB1C-8DFF-4D61-B321-E4C6FBAEFF32}">
      <dsp:nvSpPr>
        <dsp:cNvPr id="0" name=""/>
        <dsp:cNvSpPr/>
      </dsp:nvSpPr>
      <dsp:spPr>
        <a:xfrm>
          <a:off x="400582" y="286231"/>
          <a:ext cx="3021445" cy="572463"/>
        </a:xfrm>
        <a:prstGeom prst="rect">
          <a:avLst/>
        </a:prstGeom>
        <a:solidFill>
          <a:srgbClr val="D2E2C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393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i="1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Universal Access:</a:t>
          </a:r>
          <a:r>
            <a:rPr lang="en-US" sz="1200" b="0" i="1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Bridge the gap between policy intent and citizen benefit.</a:t>
          </a:r>
          <a:endParaRPr lang="en-IN" sz="1200" i="1" kern="1200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00582" y="286231"/>
        <a:ext cx="3021445" cy="572463"/>
      </dsp:txXfrm>
    </dsp:sp>
    <dsp:sp modelId="{D8C889C3-6421-4D7D-AA9F-300D688C9ED9}">
      <dsp:nvSpPr>
        <dsp:cNvPr id="0" name=""/>
        <dsp:cNvSpPr/>
      </dsp:nvSpPr>
      <dsp:spPr>
        <a:xfrm>
          <a:off x="42792" y="214673"/>
          <a:ext cx="715579" cy="7155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24332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5A0B5-B697-4AD8-9A0D-28C6AA1E0BCE}">
      <dsp:nvSpPr>
        <dsp:cNvPr id="0" name=""/>
        <dsp:cNvSpPr/>
      </dsp:nvSpPr>
      <dsp:spPr>
        <a:xfrm>
          <a:off x="608673" y="1144927"/>
          <a:ext cx="2813354" cy="572463"/>
        </a:xfrm>
        <a:prstGeom prst="rect">
          <a:avLst/>
        </a:prstGeom>
        <a:solidFill>
          <a:srgbClr val="D2E2C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393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i="1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Instant Clarity:</a:t>
          </a:r>
          <a:r>
            <a:rPr lang="en-US" sz="1200" b="0" i="1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Reduce discovery time from ~45 minutes -&gt; 2.7 sec.</a:t>
          </a:r>
          <a:endParaRPr lang="en-IN" sz="1200" i="1" kern="1200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08673" y="1144927"/>
        <a:ext cx="2813354" cy="572463"/>
      </dsp:txXfrm>
    </dsp:sp>
    <dsp:sp modelId="{6AA37107-43B2-4B8D-812C-B40DFF8E67E7}">
      <dsp:nvSpPr>
        <dsp:cNvPr id="0" name=""/>
        <dsp:cNvSpPr/>
      </dsp:nvSpPr>
      <dsp:spPr>
        <a:xfrm>
          <a:off x="250883" y="1073369"/>
          <a:ext cx="715579" cy="7155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24332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E63F0-B6AB-4C28-B407-73A840348A21}">
      <dsp:nvSpPr>
        <dsp:cNvPr id="0" name=""/>
        <dsp:cNvSpPr/>
      </dsp:nvSpPr>
      <dsp:spPr>
        <a:xfrm>
          <a:off x="400582" y="2006456"/>
          <a:ext cx="3021445" cy="566796"/>
        </a:xfrm>
        <a:prstGeom prst="rect">
          <a:avLst/>
        </a:prstGeom>
        <a:solidFill>
          <a:srgbClr val="D2E2C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4393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i="1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Absolute Trust:</a:t>
          </a:r>
          <a:r>
            <a:rPr lang="en-US" sz="1200" b="0" i="1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Replace hearsay with source-backed, legally defensible answers.</a:t>
          </a:r>
        </a:p>
      </dsp:txBody>
      <dsp:txXfrm>
        <a:off x="400582" y="2006456"/>
        <a:ext cx="3021445" cy="566796"/>
      </dsp:txXfrm>
    </dsp:sp>
    <dsp:sp modelId="{89D75DC1-95C2-4617-87D8-46DD33A20504}">
      <dsp:nvSpPr>
        <dsp:cNvPr id="0" name=""/>
        <dsp:cNvSpPr/>
      </dsp:nvSpPr>
      <dsp:spPr>
        <a:xfrm>
          <a:off x="42792" y="1932065"/>
          <a:ext cx="715579" cy="71557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24332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B765BF-8DF2-4E3C-AD90-46B7752EDD5D}">
      <dsp:nvSpPr>
        <dsp:cNvPr id="0" name=""/>
        <dsp:cNvSpPr/>
      </dsp:nvSpPr>
      <dsp:spPr>
        <a:xfrm>
          <a:off x="1211" y="58887"/>
          <a:ext cx="2692088" cy="534165"/>
        </a:xfrm>
        <a:prstGeom prst="chevron">
          <a:avLst/>
        </a:prstGeom>
        <a:solidFill>
          <a:srgbClr val="74A65E"/>
        </a:solidFill>
        <a:ln w="25400" cap="flat" cmpd="sng" algn="ctr">
          <a:solidFill>
            <a:srgbClr val="4E584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Serverless-First:</a:t>
          </a:r>
          <a:r>
            <a:rPr lang="en-IN" sz="1200" b="0" i="0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Zero infra management, auto-scaling.</a:t>
          </a:r>
          <a:endParaRPr lang="en-IN" sz="1200" i="1" kern="1200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8294" y="58887"/>
        <a:ext cx="2157923" cy="534165"/>
      </dsp:txXfrm>
    </dsp:sp>
    <dsp:sp modelId="{C584A5BC-F188-4778-80D5-592C1F62FCFB}">
      <dsp:nvSpPr>
        <dsp:cNvPr id="0" name=""/>
        <dsp:cNvSpPr/>
      </dsp:nvSpPr>
      <dsp:spPr>
        <a:xfrm>
          <a:off x="1211" y="667836"/>
          <a:ext cx="2692088" cy="534165"/>
        </a:xfrm>
        <a:prstGeom prst="chevron">
          <a:avLst/>
        </a:prstGeom>
        <a:solidFill>
          <a:srgbClr val="9FC290"/>
        </a:solidFill>
        <a:ln w="25400" cap="flat" cmpd="sng" algn="ctr">
          <a:solidFill>
            <a:srgbClr val="4E584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AI-Native:</a:t>
          </a:r>
          <a:r>
            <a:rPr lang="en-US" sz="1200" b="0" i="0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Managed models (Bedrock) over custom ML.</a:t>
          </a:r>
          <a:endParaRPr lang="en-IN" sz="1200" i="1" kern="1200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8294" y="667836"/>
        <a:ext cx="2157923" cy="534165"/>
      </dsp:txXfrm>
    </dsp:sp>
    <dsp:sp modelId="{19132BCC-53B8-44CB-BE3A-B01E454055CA}">
      <dsp:nvSpPr>
        <dsp:cNvPr id="0" name=""/>
        <dsp:cNvSpPr/>
      </dsp:nvSpPr>
      <dsp:spPr>
        <a:xfrm>
          <a:off x="1211" y="1276785"/>
          <a:ext cx="2692088" cy="534165"/>
        </a:xfrm>
        <a:prstGeom prst="chevron">
          <a:avLst/>
        </a:prstGeom>
        <a:solidFill>
          <a:srgbClr val="D2E2CB"/>
        </a:solidFill>
        <a:ln w="25400" cap="flat" cmpd="sng" algn="ctr">
          <a:solidFill>
            <a:srgbClr val="4E584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Privacy Preserving:</a:t>
          </a:r>
          <a:r>
            <a:rPr lang="en-US" sz="1200" b="0" i="0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Encryption  PII masking.(DPDP Compliant)</a:t>
          </a:r>
          <a:endParaRPr lang="en-IN" sz="1200" i="1" kern="1200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8294" y="1276785"/>
        <a:ext cx="2157923" cy="534165"/>
      </dsp:txXfrm>
    </dsp:sp>
    <dsp:sp modelId="{ED09877E-259D-44F7-85B6-5A8FB2954F2B}">
      <dsp:nvSpPr>
        <dsp:cNvPr id="0" name=""/>
        <dsp:cNvSpPr/>
      </dsp:nvSpPr>
      <dsp:spPr>
        <a:xfrm>
          <a:off x="1211" y="1885734"/>
          <a:ext cx="2692088" cy="534165"/>
        </a:xfrm>
        <a:prstGeom prst="chevron">
          <a:avLst/>
        </a:prstGeom>
        <a:solidFill>
          <a:srgbClr val="9FC290"/>
        </a:solidFill>
        <a:ln w="25400" cap="flat" cmpd="sng" algn="ctr">
          <a:solidFill>
            <a:srgbClr val="4E584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Retrieval-Grounded:</a:t>
          </a:r>
          <a:r>
            <a:rPr lang="en-US" sz="1200" b="0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0" kern="1200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100% citations, zero hallucinations.</a:t>
          </a:r>
          <a:endParaRPr lang="en-IN" sz="1200" b="0" i="0" kern="1200" dirty="0">
            <a:solidFill>
              <a:srgbClr val="243328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8294" y="1885734"/>
        <a:ext cx="2157923" cy="534165"/>
      </dsp:txXfrm>
    </dsp:sp>
    <dsp:sp modelId="{4B9C0439-AEBB-4BFC-987B-3B1A7BCDDFB3}">
      <dsp:nvSpPr>
        <dsp:cNvPr id="0" name=""/>
        <dsp:cNvSpPr/>
      </dsp:nvSpPr>
      <dsp:spPr>
        <a:xfrm>
          <a:off x="1211" y="2494683"/>
          <a:ext cx="2692088" cy="534165"/>
        </a:xfrm>
        <a:prstGeom prst="chevron">
          <a:avLst/>
        </a:prstGeom>
        <a:solidFill>
          <a:srgbClr val="8BB478"/>
        </a:solidFill>
        <a:ln w="25400" cap="flat" cmpd="sng" algn="ctr">
          <a:solidFill>
            <a:srgbClr val="4E584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Offline-Optimized:</a:t>
          </a:r>
          <a:r>
            <a:rPr lang="en-US" sz="120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Works on 2G/Edge networks.</a:t>
          </a:r>
          <a:endParaRPr lang="en-IN" sz="1200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8294" y="2494683"/>
        <a:ext cx="2157923" cy="5341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7163C-3F92-4DBD-A300-4751BAC3EC18}">
      <dsp:nvSpPr>
        <dsp:cNvPr id="0" name=""/>
        <dsp:cNvSpPr/>
      </dsp:nvSpPr>
      <dsp:spPr>
        <a:xfrm rot="5400000">
          <a:off x="-145653" y="148125"/>
          <a:ext cx="587429" cy="296122"/>
        </a:xfrm>
        <a:prstGeom prst="chevron">
          <a:avLst/>
        </a:prstGeom>
        <a:solidFill>
          <a:srgbClr val="4D6E3E"/>
        </a:solidFill>
        <a:ln w="25400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</a:t>
          </a:r>
        </a:p>
      </dsp:txBody>
      <dsp:txXfrm rot="-5400000">
        <a:off x="1" y="150532"/>
        <a:ext cx="296122" cy="291307"/>
      </dsp:txXfrm>
    </dsp:sp>
    <dsp:sp modelId="{0932024C-8723-4337-A5A7-285F0E64027E}">
      <dsp:nvSpPr>
        <dsp:cNvPr id="0" name=""/>
        <dsp:cNvSpPr/>
      </dsp:nvSpPr>
      <dsp:spPr>
        <a:xfrm rot="5400000">
          <a:off x="1946691" y="-1613850"/>
          <a:ext cx="422244" cy="3654890"/>
        </a:xfrm>
        <a:prstGeom prst="round2SameRect">
          <a:avLst/>
        </a:prstGeom>
        <a:solidFill>
          <a:srgbClr val="D2E2CB"/>
        </a:solidFill>
        <a:ln w="25400" cap="flat" cmpd="sng" algn="ctr">
          <a:solidFill>
            <a:srgbClr val="364C3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SaaS for States:</a:t>
          </a:r>
          <a:r>
            <a:rPr lang="en-US" sz="1200" b="0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Recurring subscription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for policy analytics dashboards.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30368" y="23085"/>
        <a:ext cx="3634278" cy="381020"/>
      </dsp:txXfrm>
    </dsp:sp>
    <dsp:sp modelId="{7CD08CAD-B482-4566-8B30-8049B7044586}">
      <dsp:nvSpPr>
        <dsp:cNvPr id="0" name=""/>
        <dsp:cNvSpPr/>
      </dsp:nvSpPr>
      <dsp:spPr>
        <a:xfrm rot="5400000">
          <a:off x="-145653" y="647931"/>
          <a:ext cx="587429" cy="296122"/>
        </a:xfrm>
        <a:prstGeom prst="chevron">
          <a:avLst/>
        </a:prstGeom>
        <a:solidFill>
          <a:srgbClr val="638E50"/>
        </a:solidFill>
        <a:ln w="25400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2</a:t>
          </a:r>
        </a:p>
      </dsp:txBody>
      <dsp:txXfrm rot="-5400000">
        <a:off x="1" y="650338"/>
        <a:ext cx="296122" cy="291307"/>
      </dsp:txXfrm>
    </dsp:sp>
    <dsp:sp modelId="{D3533482-B037-4384-B721-BCA57552DBCA}">
      <dsp:nvSpPr>
        <dsp:cNvPr id="0" name=""/>
        <dsp:cNvSpPr/>
      </dsp:nvSpPr>
      <dsp:spPr>
        <a:xfrm rot="5400000">
          <a:off x="1946691" y="-1114044"/>
          <a:ext cx="422244" cy="3654890"/>
        </a:xfrm>
        <a:prstGeom prst="round2SameRect">
          <a:avLst/>
        </a:prstGeom>
        <a:solidFill>
          <a:srgbClr val="D2E2CB"/>
        </a:solidFill>
        <a:ln w="25400" cap="flat" cmpd="sng" algn="ctr">
          <a:solidFill>
            <a:srgbClr val="364C3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API Monetization:</a:t>
          </a:r>
          <a:r>
            <a:rPr lang="en-US" sz="1200" b="0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Pay-per-query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access for Banks and FinTech's.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30368" y="522891"/>
        <a:ext cx="3634278" cy="381020"/>
      </dsp:txXfrm>
    </dsp:sp>
    <dsp:sp modelId="{1FCDD601-DA1F-4F72-8784-0AD97EFD8129}">
      <dsp:nvSpPr>
        <dsp:cNvPr id="0" name=""/>
        <dsp:cNvSpPr/>
      </dsp:nvSpPr>
      <dsp:spPr>
        <a:xfrm rot="5400000">
          <a:off x="-145653" y="1147737"/>
          <a:ext cx="587429" cy="296122"/>
        </a:xfrm>
        <a:prstGeom prst="chevron">
          <a:avLst/>
        </a:prstGeom>
        <a:solidFill>
          <a:srgbClr val="638E50"/>
        </a:solidFill>
        <a:ln w="25400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3</a:t>
          </a:r>
        </a:p>
      </dsp:txBody>
      <dsp:txXfrm rot="-5400000">
        <a:off x="1" y="1150144"/>
        <a:ext cx="296122" cy="291307"/>
      </dsp:txXfrm>
    </dsp:sp>
    <dsp:sp modelId="{58630281-B0DE-4C92-B46E-F01738BD8A4B}">
      <dsp:nvSpPr>
        <dsp:cNvPr id="0" name=""/>
        <dsp:cNvSpPr/>
      </dsp:nvSpPr>
      <dsp:spPr>
        <a:xfrm rot="5400000">
          <a:off x="1946691" y="-614238"/>
          <a:ext cx="422244" cy="3654890"/>
        </a:xfrm>
        <a:prstGeom prst="round2SameRect">
          <a:avLst/>
        </a:prstGeom>
        <a:solidFill>
          <a:srgbClr val="D2E2CB"/>
        </a:solidFill>
        <a:ln w="25400" cap="flat" cmpd="sng" algn="ctr">
          <a:solidFill>
            <a:srgbClr val="364C3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1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Agent Freemium:</a:t>
          </a:r>
          <a:r>
            <a:rPr lang="en-US" sz="1200" b="0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Free for citizens; Premium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tools for CSC VLEs.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30368" y="1022697"/>
        <a:ext cx="3634278" cy="381020"/>
      </dsp:txXfrm>
    </dsp:sp>
    <dsp:sp modelId="{299CA4ED-2770-4D80-B6CF-A14F1A49625D}">
      <dsp:nvSpPr>
        <dsp:cNvPr id="0" name=""/>
        <dsp:cNvSpPr/>
      </dsp:nvSpPr>
      <dsp:spPr>
        <a:xfrm rot="5400000">
          <a:off x="-145653" y="1647543"/>
          <a:ext cx="587429" cy="296122"/>
        </a:xfrm>
        <a:prstGeom prst="chevron">
          <a:avLst/>
        </a:prstGeom>
        <a:solidFill>
          <a:srgbClr val="87B074"/>
        </a:solidFill>
        <a:ln w="25400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4</a:t>
          </a:r>
        </a:p>
      </dsp:txBody>
      <dsp:txXfrm rot="-5400000">
        <a:off x="1" y="1649950"/>
        <a:ext cx="296122" cy="291307"/>
      </dsp:txXfrm>
    </dsp:sp>
    <dsp:sp modelId="{438B8301-91E9-483F-BD07-06181D82BC0B}">
      <dsp:nvSpPr>
        <dsp:cNvPr id="0" name=""/>
        <dsp:cNvSpPr/>
      </dsp:nvSpPr>
      <dsp:spPr>
        <a:xfrm rot="5400000">
          <a:off x="1946691" y="-114432"/>
          <a:ext cx="422244" cy="3654890"/>
        </a:xfrm>
        <a:prstGeom prst="round2SameRect">
          <a:avLst/>
        </a:prstGeom>
        <a:solidFill>
          <a:srgbClr val="D2E2CB"/>
        </a:solidFill>
        <a:ln w="25400" cap="flat" cmpd="sng" algn="ctr">
          <a:solidFill>
            <a:srgbClr val="364C3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Hyper-Local Reach: </a:t>
          </a: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Partnering with 500k+ Common Service Centres and MyGov for national rollout.</a:t>
          </a:r>
          <a:endParaRPr lang="en-IN" sz="1200" b="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30368" y="1522503"/>
        <a:ext cx="3634278" cy="381020"/>
      </dsp:txXfrm>
    </dsp:sp>
    <dsp:sp modelId="{A44233DE-F467-44B5-A289-FE4F9AB5FCA8}">
      <dsp:nvSpPr>
        <dsp:cNvPr id="0" name=""/>
        <dsp:cNvSpPr/>
      </dsp:nvSpPr>
      <dsp:spPr>
        <a:xfrm rot="5400000">
          <a:off x="-145653" y="2147348"/>
          <a:ext cx="587429" cy="296122"/>
        </a:xfrm>
        <a:prstGeom prst="chevron">
          <a:avLst/>
        </a:prstGeom>
        <a:solidFill>
          <a:srgbClr val="638E50"/>
        </a:solidFill>
        <a:ln w="25400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</a:t>
          </a:r>
        </a:p>
      </dsp:txBody>
      <dsp:txXfrm rot="-5400000">
        <a:off x="1" y="2149755"/>
        <a:ext cx="296122" cy="291307"/>
      </dsp:txXfrm>
    </dsp:sp>
    <dsp:sp modelId="{0548AA49-C4AD-4E79-90FB-39C42EF5CBB6}">
      <dsp:nvSpPr>
        <dsp:cNvPr id="0" name=""/>
        <dsp:cNvSpPr/>
      </dsp:nvSpPr>
      <dsp:spPr>
        <a:xfrm rot="5400000">
          <a:off x="1946691" y="385372"/>
          <a:ext cx="422244" cy="3654890"/>
        </a:xfrm>
        <a:prstGeom prst="round2SameRect">
          <a:avLst/>
        </a:prstGeom>
        <a:solidFill>
          <a:srgbClr val="D2E2CB"/>
        </a:solidFill>
        <a:ln w="25400" cap="flat" cmpd="sng" algn="ctr">
          <a:solidFill>
            <a:srgbClr val="364C3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Licensing:</a:t>
          </a:r>
          <a:r>
            <a:rPr lang="en-US" sz="1200" b="0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Anonymized insights</a:t>
          </a:r>
          <a:endParaRPr lang="en-IN" sz="1200" b="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for policy think-tanks.</a:t>
          </a:r>
          <a:endParaRPr lang="en-IN" sz="1200" b="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30368" y="2022307"/>
        <a:ext cx="3634278" cy="381020"/>
      </dsp:txXfrm>
    </dsp:sp>
    <dsp:sp modelId="{BAEBFF2D-F3EA-4AAF-B7BC-A7C78CB0BDF8}">
      <dsp:nvSpPr>
        <dsp:cNvPr id="0" name=""/>
        <dsp:cNvSpPr/>
      </dsp:nvSpPr>
      <dsp:spPr>
        <a:xfrm rot="5400000">
          <a:off x="-145653" y="2647154"/>
          <a:ext cx="587429" cy="296122"/>
        </a:xfrm>
        <a:prstGeom prst="chevron">
          <a:avLst/>
        </a:prstGeom>
        <a:solidFill>
          <a:srgbClr val="638E50"/>
        </a:solidFill>
        <a:ln w="25400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6</a:t>
          </a:r>
        </a:p>
      </dsp:txBody>
      <dsp:txXfrm rot="-5400000">
        <a:off x="1" y="2649561"/>
        <a:ext cx="296122" cy="291307"/>
      </dsp:txXfrm>
    </dsp:sp>
    <dsp:sp modelId="{BF96AB9F-45B3-4E24-BA74-DEECC1D69231}">
      <dsp:nvSpPr>
        <dsp:cNvPr id="0" name=""/>
        <dsp:cNvSpPr/>
      </dsp:nvSpPr>
      <dsp:spPr>
        <a:xfrm rot="5400000">
          <a:off x="1946691" y="885178"/>
          <a:ext cx="422244" cy="3654890"/>
        </a:xfrm>
        <a:prstGeom prst="round2SameRect">
          <a:avLst/>
        </a:prstGeom>
        <a:solidFill>
          <a:srgbClr val="D2E2CB"/>
        </a:solidFill>
        <a:ln w="25400" cap="flat" cmpd="sng" algn="ctr">
          <a:solidFill>
            <a:srgbClr val="364C3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1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Cost Leadership:</a:t>
          </a:r>
          <a:r>
            <a:rPr lang="en-US" sz="1200" b="0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Running at &lt;$0.001/query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ensures high margins.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30368" y="2522113"/>
        <a:ext cx="3634278" cy="381020"/>
      </dsp:txXfrm>
    </dsp:sp>
    <dsp:sp modelId="{95ADB45C-D970-48B2-B006-5A07B2531760}">
      <dsp:nvSpPr>
        <dsp:cNvPr id="0" name=""/>
        <dsp:cNvSpPr/>
      </dsp:nvSpPr>
      <dsp:spPr>
        <a:xfrm rot="5400000">
          <a:off x="-145653" y="3146960"/>
          <a:ext cx="587429" cy="296122"/>
        </a:xfrm>
        <a:prstGeom prst="chevron">
          <a:avLst/>
        </a:prstGeom>
        <a:solidFill>
          <a:srgbClr val="4D6E3E"/>
        </a:solidFill>
        <a:ln w="25400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7</a:t>
          </a:r>
        </a:p>
      </dsp:txBody>
      <dsp:txXfrm rot="-5400000">
        <a:off x="1" y="3149367"/>
        <a:ext cx="296122" cy="291307"/>
      </dsp:txXfrm>
    </dsp:sp>
    <dsp:sp modelId="{8AC72BED-8008-4059-B64F-C76B0F1ED5DD}">
      <dsp:nvSpPr>
        <dsp:cNvPr id="0" name=""/>
        <dsp:cNvSpPr/>
      </dsp:nvSpPr>
      <dsp:spPr>
        <a:xfrm rot="5400000">
          <a:off x="1946691" y="1384984"/>
          <a:ext cx="422244" cy="3654890"/>
        </a:xfrm>
        <a:prstGeom prst="round2SameRect">
          <a:avLst/>
        </a:prstGeom>
        <a:solidFill>
          <a:srgbClr val="D2E2CB"/>
        </a:solidFill>
        <a:ln w="25400" cap="flat" cmpd="sng" algn="ctr">
          <a:solidFill>
            <a:srgbClr val="364C3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1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Cloud Scale:</a:t>
          </a:r>
          <a:r>
            <a:rPr lang="en-US" sz="1200" b="0" i="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 </a:t>
          </a: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Zero-Touch expansion to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b="0" i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22+ languages via AWS.</a:t>
          </a:r>
          <a:endParaRPr lang="en-IN" sz="1200" i="1" kern="1200" dirty="0">
            <a:solidFill>
              <a:srgbClr val="364C3C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 rot="-5400000">
        <a:off x="330368" y="3021919"/>
        <a:ext cx="3634278" cy="381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1DA3451-8EA6-BFC3-9B20-2937B5C6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>
            <a:extLst>
              <a:ext uri="{FF2B5EF4-FFF2-40B4-BE49-F238E27FC236}">
                <a16:creationId xmlns:a16="http://schemas.microsoft.com/office/drawing/2014/main" id="{24485155-8DBE-75B4-0A7A-E65CAA04E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0" name="Google Shape;60;g3b6c7e62156_0_1:notes">
            <a:extLst>
              <a:ext uri="{FF2B5EF4-FFF2-40B4-BE49-F238E27FC236}">
                <a16:creationId xmlns:a16="http://schemas.microsoft.com/office/drawing/2014/main" id="{5BD3E11D-B79E-4FFE-AAF9-D1B86531E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149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D3E9A50-199B-347A-9DDA-83E116EB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E556FA95-E6A6-A38F-1C98-952E236C1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7E1FDC05-EF76-F7D8-3781-D90B9D5C1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955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93775C05-7EEA-B443-D704-403B4EF9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>
            <a:extLst>
              <a:ext uri="{FF2B5EF4-FFF2-40B4-BE49-F238E27FC236}">
                <a16:creationId xmlns:a16="http://schemas.microsoft.com/office/drawing/2014/main" id="{E6EC19E3-2779-80A0-1199-0D9B0F00C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2" name="Google Shape;72;g3b6c7e62156_0_18:notes">
            <a:extLst>
              <a:ext uri="{FF2B5EF4-FFF2-40B4-BE49-F238E27FC236}">
                <a16:creationId xmlns:a16="http://schemas.microsoft.com/office/drawing/2014/main" id="{91F15F77-C008-8AE1-D0DA-EC85345E9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048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3702230-29BC-991C-23A6-1BDEF3F3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>
            <a:extLst>
              <a:ext uri="{FF2B5EF4-FFF2-40B4-BE49-F238E27FC236}">
                <a16:creationId xmlns:a16="http://schemas.microsoft.com/office/drawing/2014/main" id="{00EB7700-673F-8E90-E40A-B2F64DCBF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8" name="Google Shape;78;g3b6c7e62156_0_23:notes">
            <a:extLst>
              <a:ext uri="{FF2B5EF4-FFF2-40B4-BE49-F238E27FC236}">
                <a16:creationId xmlns:a16="http://schemas.microsoft.com/office/drawing/2014/main" id="{35EE5688-9B3E-6BDE-6A26-F576344BA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9995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256B16C-E2CF-5893-F9AC-3DEBE74B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>
            <a:extLst>
              <a:ext uri="{FF2B5EF4-FFF2-40B4-BE49-F238E27FC236}">
                <a16:creationId xmlns:a16="http://schemas.microsoft.com/office/drawing/2014/main" id="{8A72723B-13AF-ADA7-F8DC-04B326BE0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4" name="Google Shape;84;g3b6c7e62156_0_28:notes">
            <a:extLst>
              <a:ext uri="{FF2B5EF4-FFF2-40B4-BE49-F238E27FC236}">
                <a16:creationId xmlns:a16="http://schemas.microsoft.com/office/drawing/2014/main" id="{7ABFE4C7-BA5D-5278-277B-7D6841237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054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A0219CA-6A41-1613-4220-4250130E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>
            <a:extLst>
              <a:ext uri="{FF2B5EF4-FFF2-40B4-BE49-F238E27FC236}">
                <a16:creationId xmlns:a16="http://schemas.microsoft.com/office/drawing/2014/main" id="{CBEFD376-87C5-27C6-AE69-3B2C08672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0" name="Google Shape;90;g3b6c7e62156_0_33:notes">
            <a:extLst>
              <a:ext uri="{FF2B5EF4-FFF2-40B4-BE49-F238E27FC236}">
                <a16:creationId xmlns:a16="http://schemas.microsoft.com/office/drawing/2014/main" id="{7E5F2BF9-F4DC-DE41-97D3-22DBC12C8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9961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F10E7FC-FBA4-1A43-8E87-41B9B2AF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>
            <a:extLst>
              <a:ext uri="{FF2B5EF4-FFF2-40B4-BE49-F238E27FC236}">
                <a16:creationId xmlns:a16="http://schemas.microsoft.com/office/drawing/2014/main" id="{5255FEA9-8D10-4657-1579-A3DF47EFA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6" name="Google Shape;96;g3b6c7e62156_0_38:notes">
            <a:extLst>
              <a:ext uri="{FF2B5EF4-FFF2-40B4-BE49-F238E27FC236}">
                <a16:creationId xmlns:a16="http://schemas.microsoft.com/office/drawing/2014/main" id="{AEF99B58-265B-E960-8952-01867FF318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380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D2A86DD-D96F-132A-7340-F50B1368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>
            <a:extLst>
              <a:ext uri="{FF2B5EF4-FFF2-40B4-BE49-F238E27FC236}">
                <a16:creationId xmlns:a16="http://schemas.microsoft.com/office/drawing/2014/main" id="{6A1B5B0D-4BBF-9B24-F20F-08AD12FCB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8" name="Google Shape;108;g3b6c7e62156_0_48:notes">
            <a:extLst>
              <a:ext uri="{FF2B5EF4-FFF2-40B4-BE49-F238E27FC236}">
                <a16:creationId xmlns:a16="http://schemas.microsoft.com/office/drawing/2014/main" id="{A5F1E079-D68E-E265-4D29-85E3E2067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775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5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22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21.png"/><Relationship Id="rId4" Type="http://schemas.openxmlformats.org/officeDocument/2006/relationships/diagramData" Target="../diagrams/data2.xml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Name: Ctrl Alt Elite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68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70000"/>
              </a:lnSpc>
            </a:pPr>
            <a:r>
              <a:rPr lang="en-US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</a:t>
            </a:r>
            <a:r>
              <a:rPr lang="en-US" sz="1600" dirty="0">
                <a:solidFill>
                  <a:srgbClr val="202729"/>
                </a:solidFill>
                <a:latin typeface="Manrope SemiBold"/>
                <a:sym typeface="Manrope SemiBold"/>
              </a:rPr>
              <a:t>Statement</a:t>
            </a:r>
            <a:r>
              <a:rPr lang="en-US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</a:t>
            </a:r>
            <a:r>
              <a:rPr lang="en-US" sz="1700" dirty="0">
                <a:solidFill>
                  <a:srgbClr val="202729"/>
                </a:solidFill>
                <a:latin typeface="Manrope SemiBold"/>
              </a:rPr>
              <a:t>Build an AI-powered solution that improves access to information, </a:t>
            </a:r>
          </a:p>
          <a:p>
            <a:pPr lvl="0">
              <a:lnSpc>
                <a:spcPct val="70000"/>
              </a:lnSpc>
            </a:pPr>
            <a:endParaRPr lang="en-US" sz="1700" dirty="0">
              <a:solidFill>
                <a:srgbClr val="202729"/>
              </a:solidFill>
              <a:latin typeface="Manrope SemiBold"/>
            </a:endParaRPr>
          </a:p>
          <a:p>
            <a:pPr lvl="0">
              <a:lnSpc>
                <a:spcPct val="70000"/>
              </a:lnSpc>
            </a:pPr>
            <a:r>
              <a:rPr lang="en-US" sz="1700" dirty="0">
                <a:solidFill>
                  <a:srgbClr val="202729"/>
                </a:solidFill>
                <a:latin typeface="Manrope SemiBold"/>
              </a:rPr>
              <a:t>opportunities for communities and public systems</a:t>
            </a:r>
            <a:r>
              <a:rPr lang="en-US" sz="1700" dirty="0"/>
              <a:t>.  </a:t>
            </a:r>
            <a:endParaRPr lang="en-US" sz="17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Name: Nikunj Kaushik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346ACD50-3654-090E-746F-F178E636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>
            <a:extLst>
              <a:ext uri="{FF2B5EF4-FFF2-40B4-BE49-F238E27FC236}">
                <a16:creationId xmlns:a16="http://schemas.microsoft.com/office/drawing/2014/main" id="{BF266285-45DE-68C6-0B31-C653065629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364"/>
            <a:ext cx="914401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5FEBC6-8667-01FA-29B3-8EEE493D2D5E}"/>
              </a:ext>
            </a:extLst>
          </p:cNvPr>
          <p:cNvCxnSpPr>
            <a:cxnSpLocks/>
          </p:cNvCxnSpPr>
          <p:nvPr/>
        </p:nvCxnSpPr>
        <p:spPr>
          <a:xfrm>
            <a:off x="3342767" y="541764"/>
            <a:ext cx="0" cy="3549854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D3B60F-E2BC-37B5-33D1-3464E06F0D04}"/>
              </a:ext>
            </a:extLst>
          </p:cNvPr>
          <p:cNvCxnSpPr>
            <a:cxnSpLocks/>
          </p:cNvCxnSpPr>
          <p:nvPr/>
        </p:nvCxnSpPr>
        <p:spPr>
          <a:xfrm flipH="1">
            <a:off x="0" y="4091618"/>
            <a:ext cx="3342767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534226-855E-A3EA-450C-38590ECBEBB2}"/>
              </a:ext>
            </a:extLst>
          </p:cNvPr>
          <p:cNvCxnSpPr/>
          <p:nvPr/>
        </p:nvCxnSpPr>
        <p:spPr>
          <a:xfrm>
            <a:off x="0" y="475785"/>
            <a:ext cx="9140408" cy="0"/>
          </a:xfrm>
          <a:prstGeom prst="line">
            <a:avLst/>
          </a:prstGeom>
          <a:ln>
            <a:solidFill>
              <a:srgbClr val="C5DA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63545F8-A6D0-7423-8746-B9DE792B246F}"/>
              </a:ext>
            </a:extLst>
          </p:cNvPr>
          <p:cNvGrpSpPr/>
          <p:nvPr/>
        </p:nvGrpSpPr>
        <p:grpSpPr>
          <a:xfrm>
            <a:off x="57876" y="1089495"/>
            <a:ext cx="3069573" cy="2434291"/>
            <a:chOff x="83928" y="1111797"/>
            <a:chExt cx="3671663" cy="26979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8D18B98-3210-84F5-9A39-19B6FB073311}"/>
                </a:ext>
              </a:extLst>
            </p:cNvPr>
            <p:cNvSpPr/>
            <p:nvPr/>
          </p:nvSpPr>
          <p:spPr>
            <a:xfrm>
              <a:off x="83928" y="1111797"/>
              <a:ext cx="3671663" cy="596615"/>
            </a:xfrm>
            <a:custGeom>
              <a:avLst/>
              <a:gdLst>
                <a:gd name="csX0" fmla="*/ 0 w 3671663"/>
                <a:gd name="csY0" fmla="*/ 99438 h 596615"/>
                <a:gd name="csX1" fmla="*/ 99438 w 3671663"/>
                <a:gd name="csY1" fmla="*/ 0 h 596615"/>
                <a:gd name="csX2" fmla="*/ 3572225 w 3671663"/>
                <a:gd name="csY2" fmla="*/ 0 h 596615"/>
                <a:gd name="csX3" fmla="*/ 3671663 w 3671663"/>
                <a:gd name="csY3" fmla="*/ 99438 h 596615"/>
                <a:gd name="csX4" fmla="*/ 3671663 w 3671663"/>
                <a:gd name="csY4" fmla="*/ 497177 h 596615"/>
                <a:gd name="csX5" fmla="*/ 3572225 w 3671663"/>
                <a:gd name="csY5" fmla="*/ 596615 h 596615"/>
                <a:gd name="csX6" fmla="*/ 99438 w 3671663"/>
                <a:gd name="csY6" fmla="*/ 596615 h 596615"/>
                <a:gd name="csX7" fmla="*/ 0 w 3671663"/>
                <a:gd name="csY7" fmla="*/ 497177 h 596615"/>
                <a:gd name="csX8" fmla="*/ 0 w 3671663"/>
                <a:gd name="csY8" fmla="*/ 99438 h 596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71663" h="596615">
                  <a:moveTo>
                    <a:pt x="0" y="99438"/>
                  </a:moveTo>
                  <a:cubicBezTo>
                    <a:pt x="0" y="44520"/>
                    <a:pt x="44520" y="0"/>
                    <a:pt x="99438" y="0"/>
                  </a:cubicBezTo>
                  <a:lnTo>
                    <a:pt x="3572225" y="0"/>
                  </a:lnTo>
                  <a:cubicBezTo>
                    <a:pt x="3627143" y="0"/>
                    <a:pt x="3671663" y="44520"/>
                    <a:pt x="3671663" y="99438"/>
                  </a:cubicBezTo>
                  <a:lnTo>
                    <a:pt x="3671663" y="497177"/>
                  </a:lnTo>
                  <a:cubicBezTo>
                    <a:pt x="3671663" y="552095"/>
                    <a:pt x="3627143" y="596615"/>
                    <a:pt x="3572225" y="596615"/>
                  </a:cubicBezTo>
                  <a:lnTo>
                    <a:pt x="99438" y="596615"/>
                  </a:lnTo>
                  <a:cubicBezTo>
                    <a:pt x="44520" y="596615"/>
                    <a:pt x="0" y="552095"/>
                    <a:pt x="0" y="497177"/>
                  </a:cubicBezTo>
                  <a:lnTo>
                    <a:pt x="0" y="99438"/>
                  </a:lnTo>
                  <a:close/>
                </a:path>
              </a:pathLst>
            </a:custGeom>
            <a:solidFill>
              <a:srgbClr val="D2E2CB"/>
            </a:solidFill>
            <a:ln>
              <a:solidFill>
                <a:srgbClr val="364C3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274" tIns="86274" rIns="86274" bIns="86274" numCol="1" spcCol="1270" anchor="ctr" anchorCtr="0">
              <a:noAutofit/>
            </a:bodyPr>
            <a:lstStyle/>
            <a:p>
              <a:r>
                <a:rPr lang="en-US" sz="1200" b="1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Information Silos:</a:t>
              </a:r>
              <a:r>
                <a:rPr lang="en-US" sz="1200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Critical data fragmented across 50+ disconnected ministry portals.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6DCF93-D501-6146-CAD5-6F7D82A18E33}"/>
                </a:ext>
              </a:extLst>
            </p:cNvPr>
            <p:cNvSpPr/>
            <p:nvPr/>
          </p:nvSpPr>
          <p:spPr>
            <a:xfrm>
              <a:off x="83928" y="1812249"/>
              <a:ext cx="3671663" cy="596615"/>
            </a:xfrm>
            <a:custGeom>
              <a:avLst/>
              <a:gdLst>
                <a:gd name="csX0" fmla="*/ 0 w 3671663"/>
                <a:gd name="csY0" fmla="*/ 99438 h 596615"/>
                <a:gd name="csX1" fmla="*/ 99438 w 3671663"/>
                <a:gd name="csY1" fmla="*/ 0 h 596615"/>
                <a:gd name="csX2" fmla="*/ 3572225 w 3671663"/>
                <a:gd name="csY2" fmla="*/ 0 h 596615"/>
                <a:gd name="csX3" fmla="*/ 3671663 w 3671663"/>
                <a:gd name="csY3" fmla="*/ 99438 h 596615"/>
                <a:gd name="csX4" fmla="*/ 3671663 w 3671663"/>
                <a:gd name="csY4" fmla="*/ 497177 h 596615"/>
                <a:gd name="csX5" fmla="*/ 3572225 w 3671663"/>
                <a:gd name="csY5" fmla="*/ 596615 h 596615"/>
                <a:gd name="csX6" fmla="*/ 99438 w 3671663"/>
                <a:gd name="csY6" fmla="*/ 596615 h 596615"/>
                <a:gd name="csX7" fmla="*/ 0 w 3671663"/>
                <a:gd name="csY7" fmla="*/ 497177 h 596615"/>
                <a:gd name="csX8" fmla="*/ 0 w 3671663"/>
                <a:gd name="csY8" fmla="*/ 99438 h 596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71663" h="596615">
                  <a:moveTo>
                    <a:pt x="0" y="99438"/>
                  </a:moveTo>
                  <a:cubicBezTo>
                    <a:pt x="0" y="44520"/>
                    <a:pt x="44520" y="0"/>
                    <a:pt x="99438" y="0"/>
                  </a:cubicBezTo>
                  <a:lnTo>
                    <a:pt x="3572225" y="0"/>
                  </a:lnTo>
                  <a:cubicBezTo>
                    <a:pt x="3627143" y="0"/>
                    <a:pt x="3671663" y="44520"/>
                    <a:pt x="3671663" y="99438"/>
                  </a:cubicBezTo>
                  <a:lnTo>
                    <a:pt x="3671663" y="497177"/>
                  </a:lnTo>
                  <a:cubicBezTo>
                    <a:pt x="3671663" y="552095"/>
                    <a:pt x="3627143" y="596615"/>
                    <a:pt x="3572225" y="596615"/>
                  </a:cubicBezTo>
                  <a:lnTo>
                    <a:pt x="99438" y="596615"/>
                  </a:lnTo>
                  <a:cubicBezTo>
                    <a:pt x="44520" y="596615"/>
                    <a:pt x="0" y="552095"/>
                    <a:pt x="0" y="497177"/>
                  </a:cubicBezTo>
                  <a:lnTo>
                    <a:pt x="0" y="99438"/>
                  </a:lnTo>
                  <a:close/>
                </a:path>
              </a:pathLst>
            </a:custGeom>
            <a:solidFill>
              <a:srgbClr val="D2E2CB"/>
            </a:solidFill>
            <a:ln>
              <a:solidFill>
                <a:srgbClr val="364C3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274" tIns="86274" rIns="86274" bIns="86274" numCol="1" spcCol="1270" anchor="ctr" anchorCtr="0">
              <a:noAutofit/>
            </a:bodyPr>
            <a:lstStyle/>
            <a:p>
              <a:r>
                <a:rPr lang="en-US" sz="1200" b="1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Language Exclusion:</a:t>
              </a:r>
              <a:r>
                <a:rPr lang="en-US" sz="1200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Notifications published primarily in complex, legalistic English.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A9B0E36-FAA8-FC45-76EC-17005316E99D}"/>
                </a:ext>
              </a:extLst>
            </p:cNvPr>
            <p:cNvSpPr/>
            <p:nvPr/>
          </p:nvSpPr>
          <p:spPr>
            <a:xfrm>
              <a:off x="83928" y="2512701"/>
              <a:ext cx="3671663" cy="596615"/>
            </a:xfrm>
            <a:custGeom>
              <a:avLst/>
              <a:gdLst>
                <a:gd name="csX0" fmla="*/ 0 w 3671663"/>
                <a:gd name="csY0" fmla="*/ 99438 h 596615"/>
                <a:gd name="csX1" fmla="*/ 99438 w 3671663"/>
                <a:gd name="csY1" fmla="*/ 0 h 596615"/>
                <a:gd name="csX2" fmla="*/ 3572225 w 3671663"/>
                <a:gd name="csY2" fmla="*/ 0 h 596615"/>
                <a:gd name="csX3" fmla="*/ 3671663 w 3671663"/>
                <a:gd name="csY3" fmla="*/ 99438 h 596615"/>
                <a:gd name="csX4" fmla="*/ 3671663 w 3671663"/>
                <a:gd name="csY4" fmla="*/ 497177 h 596615"/>
                <a:gd name="csX5" fmla="*/ 3572225 w 3671663"/>
                <a:gd name="csY5" fmla="*/ 596615 h 596615"/>
                <a:gd name="csX6" fmla="*/ 99438 w 3671663"/>
                <a:gd name="csY6" fmla="*/ 596615 h 596615"/>
                <a:gd name="csX7" fmla="*/ 0 w 3671663"/>
                <a:gd name="csY7" fmla="*/ 497177 h 596615"/>
                <a:gd name="csX8" fmla="*/ 0 w 3671663"/>
                <a:gd name="csY8" fmla="*/ 99438 h 596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71663" h="596615">
                  <a:moveTo>
                    <a:pt x="0" y="99438"/>
                  </a:moveTo>
                  <a:cubicBezTo>
                    <a:pt x="0" y="44520"/>
                    <a:pt x="44520" y="0"/>
                    <a:pt x="99438" y="0"/>
                  </a:cubicBezTo>
                  <a:lnTo>
                    <a:pt x="3572225" y="0"/>
                  </a:lnTo>
                  <a:cubicBezTo>
                    <a:pt x="3627143" y="0"/>
                    <a:pt x="3671663" y="44520"/>
                    <a:pt x="3671663" y="99438"/>
                  </a:cubicBezTo>
                  <a:lnTo>
                    <a:pt x="3671663" y="497177"/>
                  </a:lnTo>
                  <a:cubicBezTo>
                    <a:pt x="3671663" y="552095"/>
                    <a:pt x="3627143" y="596615"/>
                    <a:pt x="3572225" y="596615"/>
                  </a:cubicBezTo>
                  <a:lnTo>
                    <a:pt x="99438" y="596615"/>
                  </a:lnTo>
                  <a:cubicBezTo>
                    <a:pt x="44520" y="596615"/>
                    <a:pt x="0" y="552095"/>
                    <a:pt x="0" y="497177"/>
                  </a:cubicBezTo>
                  <a:lnTo>
                    <a:pt x="0" y="99438"/>
                  </a:lnTo>
                  <a:close/>
                </a:path>
              </a:pathLst>
            </a:custGeom>
            <a:solidFill>
              <a:srgbClr val="D2E2CB"/>
            </a:solidFill>
            <a:ln>
              <a:solidFill>
                <a:srgbClr val="364C3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274" tIns="86274" rIns="86274" bIns="86274" numCol="1" spcCol="1270" anchor="ctr" anchorCtr="0">
              <a:noAutofit/>
            </a:bodyPr>
            <a:lstStyle/>
            <a:p>
              <a:r>
                <a:rPr lang="en-US" sz="1200" b="1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Eligibility Maze:</a:t>
              </a:r>
              <a:r>
                <a:rPr lang="en-US" sz="1200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Complex rules hidden inside lengthy, unsearchable PDF documents.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74245A-074D-1FA2-9345-ADACF8D9F150}"/>
                </a:ext>
              </a:extLst>
            </p:cNvPr>
            <p:cNvSpPr/>
            <p:nvPr/>
          </p:nvSpPr>
          <p:spPr>
            <a:xfrm>
              <a:off x="83928" y="3213153"/>
              <a:ext cx="3671663" cy="596615"/>
            </a:xfrm>
            <a:custGeom>
              <a:avLst/>
              <a:gdLst>
                <a:gd name="csX0" fmla="*/ 0 w 3671663"/>
                <a:gd name="csY0" fmla="*/ 99438 h 596615"/>
                <a:gd name="csX1" fmla="*/ 99438 w 3671663"/>
                <a:gd name="csY1" fmla="*/ 0 h 596615"/>
                <a:gd name="csX2" fmla="*/ 3572225 w 3671663"/>
                <a:gd name="csY2" fmla="*/ 0 h 596615"/>
                <a:gd name="csX3" fmla="*/ 3671663 w 3671663"/>
                <a:gd name="csY3" fmla="*/ 99438 h 596615"/>
                <a:gd name="csX4" fmla="*/ 3671663 w 3671663"/>
                <a:gd name="csY4" fmla="*/ 497177 h 596615"/>
                <a:gd name="csX5" fmla="*/ 3572225 w 3671663"/>
                <a:gd name="csY5" fmla="*/ 596615 h 596615"/>
                <a:gd name="csX6" fmla="*/ 99438 w 3671663"/>
                <a:gd name="csY6" fmla="*/ 596615 h 596615"/>
                <a:gd name="csX7" fmla="*/ 0 w 3671663"/>
                <a:gd name="csY7" fmla="*/ 497177 h 596615"/>
                <a:gd name="csX8" fmla="*/ 0 w 3671663"/>
                <a:gd name="csY8" fmla="*/ 99438 h 596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71663" h="596615">
                  <a:moveTo>
                    <a:pt x="0" y="99438"/>
                  </a:moveTo>
                  <a:cubicBezTo>
                    <a:pt x="0" y="44520"/>
                    <a:pt x="44520" y="0"/>
                    <a:pt x="99438" y="0"/>
                  </a:cubicBezTo>
                  <a:lnTo>
                    <a:pt x="3572225" y="0"/>
                  </a:lnTo>
                  <a:cubicBezTo>
                    <a:pt x="3627143" y="0"/>
                    <a:pt x="3671663" y="44520"/>
                    <a:pt x="3671663" y="99438"/>
                  </a:cubicBezTo>
                  <a:lnTo>
                    <a:pt x="3671663" y="497177"/>
                  </a:lnTo>
                  <a:cubicBezTo>
                    <a:pt x="3671663" y="552095"/>
                    <a:pt x="3627143" y="596615"/>
                    <a:pt x="3572225" y="596615"/>
                  </a:cubicBezTo>
                  <a:lnTo>
                    <a:pt x="99438" y="596615"/>
                  </a:lnTo>
                  <a:cubicBezTo>
                    <a:pt x="44520" y="596615"/>
                    <a:pt x="0" y="552095"/>
                    <a:pt x="0" y="497177"/>
                  </a:cubicBezTo>
                  <a:lnTo>
                    <a:pt x="0" y="99438"/>
                  </a:lnTo>
                  <a:close/>
                </a:path>
              </a:pathLst>
            </a:custGeom>
            <a:solidFill>
              <a:srgbClr val="D2E2CB"/>
            </a:solidFill>
            <a:ln>
              <a:solidFill>
                <a:srgbClr val="364C3C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274" tIns="86274" rIns="86274" bIns="86274" numCol="1" spcCol="1270" anchor="ctr" anchorCtr="0">
              <a:noAutofit/>
            </a:bodyPr>
            <a:lstStyle/>
            <a:p>
              <a:r>
                <a:rPr lang="en-US" sz="1200" b="1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Static Search:</a:t>
              </a:r>
              <a:r>
                <a:rPr lang="en-US" sz="1200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Keyword search fails on intent-based queries like "farmer aid".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F1E637A-DFF8-3C93-A11E-99DDC347167D}"/>
              </a:ext>
            </a:extLst>
          </p:cNvPr>
          <p:cNvGrpSpPr/>
          <p:nvPr/>
        </p:nvGrpSpPr>
        <p:grpSpPr>
          <a:xfrm>
            <a:off x="-67885" y="3515700"/>
            <a:ext cx="3482699" cy="738486"/>
            <a:chOff x="-88487" y="3707990"/>
            <a:chExt cx="3482699" cy="73848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B9780F0-1795-0239-32CF-AAD5A201FC9F}"/>
                </a:ext>
              </a:extLst>
            </p:cNvPr>
            <p:cNvSpPr txBox="1"/>
            <p:nvPr/>
          </p:nvSpPr>
          <p:spPr>
            <a:xfrm>
              <a:off x="87150" y="3822243"/>
              <a:ext cx="33063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Reality Check: ~₹80,000 Crore in welfare funds go unclaimed annually due to this complexity.</a:t>
              </a:r>
              <a:endParaRPr lang="en-IN" sz="12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995D9CD-79E8-9919-83C3-5C84DED1CB47}"/>
                </a:ext>
              </a:extLst>
            </p:cNvPr>
            <p:cNvSpPr txBox="1"/>
            <p:nvPr/>
          </p:nvSpPr>
          <p:spPr>
            <a:xfrm>
              <a:off x="-88487" y="3707990"/>
              <a:ext cx="3886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“</a:t>
              </a:r>
              <a:endParaRPr lang="en-IN" sz="2800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26E4820-1C98-3824-5249-24BD71A61253}"/>
                </a:ext>
              </a:extLst>
            </p:cNvPr>
            <p:cNvSpPr txBox="1"/>
            <p:nvPr/>
          </p:nvSpPr>
          <p:spPr>
            <a:xfrm>
              <a:off x="3005592" y="3923256"/>
              <a:ext cx="3886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”</a:t>
              </a:r>
              <a:endParaRPr lang="en-IN" sz="2800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92F2B33-F610-F170-F4BB-E1629291F0DF}"/>
              </a:ext>
            </a:extLst>
          </p:cNvPr>
          <p:cNvGrpSpPr/>
          <p:nvPr/>
        </p:nvGrpSpPr>
        <p:grpSpPr>
          <a:xfrm>
            <a:off x="3457380" y="459258"/>
            <a:ext cx="3991197" cy="2862319"/>
            <a:chOff x="3539154" y="459258"/>
            <a:chExt cx="3991197" cy="286231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74FDF70-BA60-F775-838F-49986239A1E2}"/>
                </a:ext>
              </a:extLst>
            </p:cNvPr>
            <p:cNvGrpSpPr/>
            <p:nvPr/>
          </p:nvGrpSpPr>
          <p:grpSpPr>
            <a:xfrm>
              <a:off x="4072116" y="459258"/>
              <a:ext cx="3458235" cy="2862319"/>
              <a:chOff x="4755554" y="452483"/>
              <a:chExt cx="4304518" cy="2862319"/>
            </a:xfrm>
          </p:grpSpPr>
          <p:graphicFrame>
            <p:nvGraphicFramePr>
              <p:cNvPr id="30" name="Diagram 29">
                <a:extLst>
                  <a:ext uri="{FF2B5EF4-FFF2-40B4-BE49-F238E27FC236}">
                    <a16:creationId xmlns:a16="http://schemas.microsoft.com/office/drawing/2014/main" id="{113F3DF2-B20A-F73A-F844-47248ADFE82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62194813"/>
                  </p:ext>
                </p:extLst>
              </p:nvPr>
            </p:nvGraphicFramePr>
            <p:xfrm>
              <a:off x="4755554" y="452483"/>
              <a:ext cx="4304518" cy="286231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F301C8AE-339E-FFA5-E71F-AAA2CB90F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rgbClr val="243328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4925852" y="755410"/>
                <a:ext cx="669684" cy="542667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39B9080-1355-1C02-5F46-68105B8014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duotone>
                  <a:prstClr val="black"/>
                  <a:srgbClr val="243328">
                    <a:tint val="45000"/>
                    <a:satMod val="400000"/>
                  </a:srgbClr>
                </a:duotone>
              </a:blip>
              <a:srcRect/>
              <a:stretch/>
            </p:blipFill>
            <p:spPr>
              <a:xfrm>
                <a:off x="5163336" y="1630418"/>
                <a:ext cx="669685" cy="542666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EA895584-10C6-C5E0-04F9-DDB66FB04D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prstClr val="black"/>
                  <a:srgbClr val="243328">
                    <a:tint val="45000"/>
                    <a:satMod val="400000"/>
                  </a:srgbClr>
                </a:duotone>
              </a:blip>
              <a:srcRect/>
              <a:stretch/>
            </p:blipFill>
            <p:spPr>
              <a:xfrm>
                <a:off x="5005352" y="2529264"/>
                <a:ext cx="590184" cy="493333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A52FC7A-AF6E-AE4C-5C93-CA099349A386}"/>
                </a:ext>
              </a:extLst>
            </p:cNvPr>
            <p:cNvSpPr txBox="1"/>
            <p:nvPr/>
          </p:nvSpPr>
          <p:spPr>
            <a:xfrm>
              <a:off x="3539154" y="669310"/>
              <a:ext cx="386124" cy="2585323"/>
            </a:xfrm>
            <a:prstGeom prst="rect">
              <a:avLst/>
            </a:prstGeom>
            <a:solidFill>
              <a:srgbClr val="4D6E3E"/>
            </a:solidFill>
            <a:ln w="25400">
              <a:solidFill>
                <a:srgbClr val="24332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</a:t>
              </a:r>
              <a:endPara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79E7D82-D893-3E5A-A6BD-6A2D3C10E34F}"/>
              </a:ext>
            </a:extLst>
          </p:cNvPr>
          <p:cNvSpPr txBox="1"/>
          <p:nvPr/>
        </p:nvSpPr>
        <p:spPr>
          <a:xfrm>
            <a:off x="258136" y="541764"/>
            <a:ext cx="2669052" cy="369332"/>
          </a:xfrm>
          <a:prstGeom prst="rect">
            <a:avLst/>
          </a:prstGeom>
          <a:solidFill>
            <a:srgbClr val="4D6E3E"/>
          </a:solidFill>
          <a:ln w="25400">
            <a:solidFill>
              <a:srgbClr val="2433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QUO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8DCB9F-6CD1-746F-A6CA-2F80F0FA9E0D}"/>
              </a:ext>
            </a:extLst>
          </p:cNvPr>
          <p:cNvSpPr txBox="1"/>
          <p:nvPr/>
        </p:nvSpPr>
        <p:spPr>
          <a:xfrm>
            <a:off x="3409216" y="3577888"/>
            <a:ext cx="2726961" cy="369332"/>
          </a:xfrm>
          <a:prstGeom prst="rect">
            <a:avLst/>
          </a:prstGeom>
          <a:solidFill>
            <a:srgbClr val="4D6E3E"/>
          </a:solidFill>
          <a:ln w="25400">
            <a:solidFill>
              <a:srgbClr val="2433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887150-F805-81A7-D5DB-165306E88B2A}"/>
              </a:ext>
            </a:extLst>
          </p:cNvPr>
          <p:cNvGrpSpPr/>
          <p:nvPr/>
        </p:nvGrpSpPr>
        <p:grpSpPr>
          <a:xfrm>
            <a:off x="2039991" y="4091618"/>
            <a:ext cx="5465411" cy="950874"/>
            <a:chOff x="3684461" y="3932065"/>
            <a:chExt cx="5465411" cy="950874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5737657-1C0F-D879-3A88-2193513C1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rgbClr val="364C3C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4014171" y="3949385"/>
              <a:ext cx="455362" cy="455362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9A5B97B-6D43-D9ED-46F2-164E9DBCBEA2}"/>
                </a:ext>
              </a:extLst>
            </p:cNvPr>
            <p:cNvSpPr txBox="1"/>
            <p:nvPr/>
          </p:nvSpPr>
          <p:spPr>
            <a:xfrm>
              <a:off x="3684461" y="4421274"/>
              <a:ext cx="1114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Rural Population</a:t>
              </a:r>
              <a:endParaRPr lang="en-IN" sz="12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C068F963-E41D-2177-B1AE-28FBB9992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prstClr val="black"/>
                <a:srgbClr val="364C3C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5101828" y="3945055"/>
              <a:ext cx="455362" cy="455362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5DBA5F-E71C-762A-E5AC-BBA0892B1486}"/>
                </a:ext>
              </a:extLst>
            </p:cNvPr>
            <p:cNvSpPr txBox="1"/>
            <p:nvPr/>
          </p:nvSpPr>
          <p:spPr>
            <a:xfrm>
              <a:off x="4772118" y="4416944"/>
              <a:ext cx="1114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Feature</a:t>
              </a:r>
            </a:p>
            <a:p>
              <a:pPr algn="ctr"/>
              <a:r>
                <a:rPr lang="en-US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Phone Users</a:t>
              </a:r>
              <a:endParaRPr lang="en-IN" sz="12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B0FFEC8-B62C-5543-78AA-20F638B9A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rgbClr val="364C3C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6213944" y="3995664"/>
              <a:ext cx="406444" cy="406444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40A6F0A-C523-211A-0331-9AA4F9FD9DAE}"/>
                </a:ext>
              </a:extLst>
            </p:cNvPr>
            <p:cNvSpPr txBox="1"/>
            <p:nvPr/>
          </p:nvSpPr>
          <p:spPr>
            <a:xfrm>
              <a:off x="5859775" y="4412614"/>
              <a:ext cx="1114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Small </a:t>
              </a:r>
            </a:p>
            <a:p>
              <a:pPr algn="ctr"/>
              <a:r>
                <a:rPr lang="en-US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Merchants</a:t>
              </a:r>
              <a:endParaRPr lang="en-IN" sz="12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5642C46-C994-884B-8C68-7E57B3BA5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duotone>
                <a:prstClr val="black"/>
                <a:srgbClr val="364C3C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7277142" y="3936395"/>
              <a:ext cx="455362" cy="455362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D385A3E-3FAD-258B-B61F-F4A5BDE7B38C}"/>
                </a:ext>
              </a:extLst>
            </p:cNvPr>
            <p:cNvSpPr txBox="1"/>
            <p:nvPr/>
          </p:nvSpPr>
          <p:spPr>
            <a:xfrm>
              <a:off x="6947432" y="4408284"/>
              <a:ext cx="1114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Remote</a:t>
              </a:r>
            </a:p>
            <a:p>
              <a:pPr algn="ctr"/>
              <a:r>
                <a:rPr lang="en-US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Regions</a:t>
              </a: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E18FFA24-3F78-7426-6553-A5B310C15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prstClr val="black"/>
                <a:srgbClr val="364C3C">
                  <a:tint val="45000"/>
                  <a:satMod val="400000"/>
                </a:srgbClr>
              </a:duotone>
            </a:blip>
            <a:srcRect/>
            <a:stretch/>
          </p:blipFill>
          <p:spPr>
            <a:xfrm>
              <a:off x="8364799" y="3932065"/>
              <a:ext cx="455362" cy="455362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27AA084-6316-F1EB-6818-92E2FB021724}"/>
                </a:ext>
              </a:extLst>
            </p:cNvPr>
            <p:cNvSpPr txBox="1"/>
            <p:nvPr/>
          </p:nvSpPr>
          <p:spPr>
            <a:xfrm>
              <a:off x="8035089" y="4403954"/>
              <a:ext cx="1114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Help </a:t>
              </a:r>
              <a:endParaRPr lang="en-IN" sz="12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IN" sz="1200" b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Centres</a:t>
              </a:r>
              <a:endParaRPr lang="en-US" sz="12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D0DF43-A6D8-7482-3639-2C3CC57C4D9D}"/>
              </a:ext>
            </a:extLst>
          </p:cNvPr>
          <p:cNvCxnSpPr>
            <a:cxnSpLocks/>
          </p:cNvCxnSpPr>
          <p:nvPr/>
        </p:nvCxnSpPr>
        <p:spPr>
          <a:xfrm flipH="1">
            <a:off x="3347119" y="3448563"/>
            <a:ext cx="4008338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3E94B42-046A-DDFF-931A-B6884B96EFE3}"/>
              </a:ext>
            </a:extLst>
          </p:cNvPr>
          <p:cNvCxnSpPr>
            <a:cxnSpLocks/>
          </p:cNvCxnSpPr>
          <p:nvPr/>
        </p:nvCxnSpPr>
        <p:spPr>
          <a:xfrm>
            <a:off x="7448577" y="523346"/>
            <a:ext cx="0" cy="4547396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A00FCE0-62FA-7C4E-6C48-273A2C4514C4}"/>
              </a:ext>
            </a:extLst>
          </p:cNvPr>
          <p:cNvSpPr txBox="1"/>
          <p:nvPr/>
        </p:nvSpPr>
        <p:spPr>
          <a:xfrm>
            <a:off x="7483952" y="573875"/>
            <a:ext cx="1621080" cy="369332"/>
          </a:xfrm>
          <a:prstGeom prst="rect">
            <a:avLst/>
          </a:prstGeom>
          <a:solidFill>
            <a:srgbClr val="4D6E3E"/>
          </a:solidFill>
          <a:ln w="25400">
            <a:solidFill>
              <a:srgbClr val="2433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73E260-17CC-8531-6F35-BC8696574D6A}"/>
              </a:ext>
            </a:extLst>
          </p:cNvPr>
          <p:cNvSpPr txBox="1"/>
          <p:nvPr/>
        </p:nvSpPr>
        <p:spPr>
          <a:xfrm>
            <a:off x="7385138" y="1090134"/>
            <a:ext cx="1792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Innovation: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 </a:t>
            </a:r>
            <a:r>
              <a:rPr lang="en-US" sz="12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AI-Native Public Infrastructure</a:t>
            </a:r>
            <a:r>
              <a:rPr lang="en-US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that transforms complex government notifications into instant, legally grounded answers.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DF308F-7C36-0ACD-EADF-4FE20AC31CE4}"/>
              </a:ext>
            </a:extLst>
          </p:cNvPr>
          <p:cNvSpPr txBox="1"/>
          <p:nvPr/>
        </p:nvSpPr>
        <p:spPr>
          <a:xfrm>
            <a:off x="7385138" y="2746596"/>
            <a:ext cx="1792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Promise:</a:t>
            </a:r>
            <a:r>
              <a:rPr lang="en-US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Bridges the "Last-Mile” Delivery Gap via a </a:t>
            </a:r>
            <a:r>
              <a:rPr lang="en-US" sz="12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Voice-First, Multilingual Interface</a:t>
            </a:r>
            <a:r>
              <a:rPr lang="en-US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accessible on any device.</a:t>
            </a:r>
          </a:p>
          <a:p>
            <a:pPr algn="ctr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F6330B-BE5F-B07A-48E1-BD617BF2E151}"/>
              </a:ext>
            </a:extLst>
          </p:cNvPr>
          <p:cNvSpPr txBox="1"/>
          <p:nvPr/>
        </p:nvSpPr>
        <p:spPr>
          <a:xfrm>
            <a:off x="4375850" y="9732"/>
            <a:ext cx="215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364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2248765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09386A3-1FD0-4C77-057C-262EFAE89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9E70B896-DE8F-6936-1703-134A93BC70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255" y="2277"/>
            <a:ext cx="914401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42651F-AF19-4B21-9A36-29A0F902DAAA}"/>
              </a:ext>
            </a:extLst>
          </p:cNvPr>
          <p:cNvCxnSpPr/>
          <p:nvPr/>
        </p:nvCxnSpPr>
        <p:spPr>
          <a:xfrm>
            <a:off x="0" y="475785"/>
            <a:ext cx="9140408" cy="0"/>
          </a:xfrm>
          <a:prstGeom prst="line">
            <a:avLst/>
          </a:prstGeom>
          <a:ln>
            <a:solidFill>
              <a:srgbClr val="C5DA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6B385F-9256-BDD8-2E9B-399617AFB652}"/>
              </a:ext>
            </a:extLst>
          </p:cNvPr>
          <p:cNvCxnSpPr>
            <a:cxnSpLocks/>
          </p:cNvCxnSpPr>
          <p:nvPr/>
        </p:nvCxnSpPr>
        <p:spPr>
          <a:xfrm>
            <a:off x="4214604" y="2613907"/>
            <a:ext cx="0" cy="2467948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88C1FC-093D-0F1F-9B3A-2256572030E8}"/>
              </a:ext>
            </a:extLst>
          </p:cNvPr>
          <p:cNvCxnSpPr>
            <a:cxnSpLocks/>
          </p:cNvCxnSpPr>
          <p:nvPr/>
        </p:nvCxnSpPr>
        <p:spPr>
          <a:xfrm flipH="1">
            <a:off x="1" y="2579632"/>
            <a:ext cx="9143999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B31E0E-CDAF-E43D-A809-8531F3842B97}"/>
              </a:ext>
            </a:extLst>
          </p:cNvPr>
          <p:cNvSpPr txBox="1"/>
          <p:nvPr/>
        </p:nvSpPr>
        <p:spPr>
          <a:xfrm>
            <a:off x="562332" y="2629487"/>
            <a:ext cx="3229553" cy="369332"/>
          </a:xfrm>
          <a:prstGeom prst="rect">
            <a:avLst/>
          </a:prstGeom>
          <a:solidFill>
            <a:srgbClr val="4D6E3E"/>
          </a:solidFill>
          <a:ln w="25400">
            <a:solidFill>
              <a:srgbClr val="2433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LOOP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BAE80-50A0-2D41-6587-BB76DA7D6F45}"/>
              </a:ext>
            </a:extLst>
          </p:cNvPr>
          <p:cNvSpPr txBox="1"/>
          <p:nvPr/>
        </p:nvSpPr>
        <p:spPr>
          <a:xfrm>
            <a:off x="2961779" y="560720"/>
            <a:ext cx="3160971" cy="369332"/>
          </a:xfrm>
          <a:prstGeom prst="rect">
            <a:avLst/>
          </a:prstGeom>
          <a:solidFill>
            <a:srgbClr val="4D6E3E"/>
          </a:solidFill>
          <a:ln w="25400">
            <a:solidFill>
              <a:srgbClr val="2433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ARE WE DIFFERENT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00AEE51-4158-3710-CFC8-963DBE260541}"/>
              </a:ext>
            </a:extLst>
          </p:cNvPr>
          <p:cNvGrpSpPr/>
          <p:nvPr/>
        </p:nvGrpSpPr>
        <p:grpSpPr>
          <a:xfrm>
            <a:off x="-78742" y="3075413"/>
            <a:ext cx="4165966" cy="1962095"/>
            <a:chOff x="-7128" y="3126213"/>
            <a:chExt cx="4165966" cy="196209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DC4CBA4-F449-4BF8-BD1D-5F2BF3B99CA0}"/>
                </a:ext>
              </a:extLst>
            </p:cNvPr>
            <p:cNvGrpSpPr/>
            <p:nvPr/>
          </p:nvGrpSpPr>
          <p:grpSpPr>
            <a:xfrm>
              <a:off x="834457" y="3126213"/>
              <a:ext cx="2371267" cy="1906973"/>
              <a:chOff x="1188546" y="3141453"/>
              <a:chExt cx="2371267" cy="1906973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EB05539-02F0-1820-496F-1B9BC0D339DE}"/>
                  </a:ext>
                </a:extLst>
              </p:cNvPr>
              <p:cNvSpPr/>
              <p:nvPr/>
            </p:nvSpPr>
            <p:spPr>
              <a:xfrm>
                <a:off x="1920453" y="3141453"/>
                <a:ext cx="907452" cy="443158"/>
              </a:xfrm>
              <a:custGeom>
                <a:avLst/>
                <a:gdLst>
                  <a:gd name="csX0" fmla="*/ 0 w 681782"/>
                  <a:gd name="csY0" fmla="*/ 73861 h 443158"/>
                  <a:gd name="csX1" fmla="*/ 73861 w 681782"/>
                  <a:gd name="csY1" fmla="*/ 0 h 443158"/>
                  <a:gd name="csX2" fmla="*/ 607921 w 681782"/>
                  <a:gd name="csY2" fmla="*/ 0 h 443158"/>
                  <a:gd name="csX3" fmla="*/ 681782 w 681782"/>
                  <a:gd name="csY3" fmla="*/ 73861 h 443158"/>
                  <a:gd name="csX4" fmla="*/ 681782 w 681782"/>
                  <a:gd name="csY4" fmla="*/ 369297 h 443158"/>
                  <a:gd name="csX5" fmla="*/ 607921 w 681782"/>
                  <a:gd name="csY5" fmla="*/ 443158 h 443158"/>
                  <a:gd name="csX6" fmla="*/ 73861 w 681782"/>
                  <a:gd name="csY6" fmla="*/ 443158 h 443158"/>
                  <a:gd name="csX7" fmla="*/ 0 w 681782"/>
                  <a:gd name="csY7" fmla="*/ 369297 h 443158"/>
                  <a:gd name="csX8" fmla="*/ 0 w 681782"/>
                  <a:gd name="csY8" fmla="*/ 73861 h 4431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81782" h="443158">
                    <a:moveTo>
                      <a:pt x="0" y="73861"/>
                    </a:moveTo>
                    <a:cubicBezTo>
                      <a:pt x="0" y="33069"/>
                      <a:pt x="33069" y="0"/>
                      <a:pt x="73861" y="0"/>
                    </a:cubicBezTo>
                    <a:lnTo>
                      <a:pt x="607921" y="0"/>
                    </a:lnTo>
                    <a:cubicBezTo>
                      <a:pt x="648713" y="0"/>
                      <a:pt x="681782" y="33069"/>
                      <a:pt x="681782" y="73861"/>
                    </a:cubicBezTo>
                    <a:lnTo>
                      <a:pt x="681782" y="369297"/>
                    </a:lnTo>
                    <a:cubicBezTo>
                      <a:pt x="681782" y="410089"/>
                      <a:pt x="648713" y="443158"/>
                      <a:pt x="607921" y="443158"/>
                    </a:cubicBezTo>
                    <a:lnTo>
                      <a:pt x="73861" y="443158"/>
                    </a:lnTo>
                    <a:cubicBezTo>
                      <a:pt x="33069" y="443158"/>
                      <a:pt x="0" y="410089"/>
                      <a:pt x="0" y="369297"/>
                    </a:cubicBezTo>
                    <a:lnTo>
                      <a:pt x="0" y="73861"/>
                    </a:lnTo>
                    <a:close/>
                  </a:path>
                </a:pathLst>
              </a:custGeom>
              <a:solidFill>
                <a:srgbClr val="D2E2CB"/>
              </a:solidFill>
              <a:ln>
                <a:solidFill>
                  <a:srgbClr val="4D6E3E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7353" tIns="67353" rIns="67353" bIns="67353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200" b="1" i="0" kern="1200" dirty="0">
                    <a:solidFill>
                      <a:srgbClr val="364C3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Ask Naturally</a:t>
                </a:r>
                <a:endParaRPr lang="en-IN" sz="1200" kern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3D72ED1-F6C1-71E1-5F50-8727471BBBCA}"/>
                  </a:ext>
                </a:extLst>
              </p:cNvPr>
              <p:cNvSpPr/>
              <p:nvPr/>
            </p:nvSpPr>
            <p:spPr>
              <a:xfrm>
                <a:off x="1733712" y="3363032"/>
                <a:ext cx="1463815" cy="1463815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1166843" y="143248"/>
                    </a:moveTo>
                    <a:arcTo wR="731907" hR="731907" stAng="18387549" swAng="1633114"/>
                  </a:path>
                </a:pathLst>
              </a:custGeom>
              <a:noFill/>
              <a:ln>
                <a:solidFill>
                  <a:srgbClr val="243328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EB0004D9-1567-48E8-02C6-95ADA07BAF2F}"/>
                  </a:ext>
                </a:extLst>
              </p:cNvPr>
              <p:cNvSpPr/>
              <p:nvPr/>
            </p:nvSpPr>
            <p:spPr>
              <a:xfrm>
                <a:off x="2652361" y="3873361"/>
                <a:ext cx="907452" cy="443158"/>
              </a:xfrm>
              <a:custGeom>
                <a:avLst/>
                <a:gdLst>
                  <a:gd name="csX0" fmla="*/ 0 w 681782"/>
                  <a:gd name="csY0" fmla="*/ 73861 h 443158"/>
                  <a:gd name="csX1" fmla="*/ 73861 w 681782"/>
                  <a:gd name="csY1" fmla="*/ 0 h 443158"/>
                  <a:gd name="csX2" fmla="*/ 607921 w 681782"/>
                  <a:gd name="csY2" fmla="*/ 0 h 443158"/>
                  <a:gd name="csX3" fmla="*/ 681782 w 681782"/>
                  <a:gd name="csY3" fmla="*/ 73861 h 443158"/>
                  <a:gd name="csX4" fmla="*/ 681782 w 681782"/>
                  <a:gd name="csY4" fmla="*/ 369297 h 443158"/>
                  <a:gd name="csX5" fmla="*/ 607921 w 681782"/>
                  <a:gd name="csY5" fmla="*/ 443158 h 443158"/>
                  <a:gd name="csX6" fmla="*/ 73861 w 681782"/>
                  <a:gd name="csY6" fmla="*/ 443158 h 443158"/>
                  <a:gd name="csX7" fmla="*/ 0 w 681782"/>
                  <a:gd name="csY7" fmla="*/ 369297 h 443158"/>
                  <a:gd name="csX8" fmla="*/ 0 w 681782"/>
                  <a:gd name="csY8" fmla="*/ 73861 h 4431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81782" h="443158">
                    <a:moveTo>
                      <a:pt x="0" y="73861"/>
                    </a:moveTo>
                    <a:cubicBezTo>
                      <a:pt x="0" y="33069"/>
                      <a:pt x="33069" y="0"/>
                      <a:pt x="73861" y="0"/>
                    </a:cubicBezTo>
                    <a:lnTo>
                      <a:pt x="607921" y="0"/>
                    </a:lnTo>
                    <a:cubicBezTo>
                      <a:pt x="648713" y="0"/>
                      <a:pt x="681782" y="33069"/>
                      <a:pt x="681782" y="73861"/>
                    </a:cubicBezTo>
                    <a:lnTo>
                      <a:pt x="681782" y="369297"/>
                    </a:lnTo>
                    <a:cubicBezTo>
                      <a:pt x="681782" y="410089"/>
                      <a:pt x="648713" y="443158"/>
                      <a:pt x="607921" y="443158"/>
                    </a:cubicBezTo>
                    <a:lnTo>
                      <a:pt x="73861" y="443158"/>
                    </a:lnTo>
                    <a:cubicBezTo>
                      <a:pt x="33069" y="443158"/>
                      <a:pt x="0" y="410089"/>
                      <a:pt x="0" y="369297"/>
                    </a:cubicBezTo>
                    <a:lnTo>
                      <a:pt x="0" y="73861"/>
                    </a:lnTo>
                    <a:close/>
                  </a:path>
                </a:pathLst>
              </a:custGeom>
              <a:solidFill>
                <a:srgbClr val="D2E2CB"/>
              </a:solidFill>
              <a:ln>
                <a:solidFill>
                  <a:srgbClr val="4D6E3E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7353" tIns="67353" rIns="67353" bIns="67353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200" b="1" i="0" kern="1200" dirty="0">
                    <a:solidFill>
                      <a:srgbClr val="364C3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Instant Match</a:t>
                </a:r>
                <a:endParaRPr lang="en-IN" sz="1200" kern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B5A35481-7FE5-91D2-622A-60912D22A2EE}"/>
                  </a:ext>
                </a:extLst>
              </p:cNvPr>
              <p:cNvSpPr/>
              <p:nvPr/>
            </p:nvSpPr>
            <p:spPr>
              <a:xfrm>
                <a:off x="1697136" y="3363032"/>
                <a:ext cx="1463815" cy="1463815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1387926" y="1056449"/>
                    </a:moveTo>
                    <a:arcTo wR="731907" hR="731907" stAng="1579337" swAng="1633114"/>
                  </a:path>
                </a:pathLst>
              </a:custGeom>
              <a:noFill/>
              <a:ln>
                <a:solidFill>
                  <a:srgbClr val="243328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7A174A-1DAA-11D0-660F-1A7EB050D6D1}"/>
                  </a:ext>
                </a:extLst>
              </p:cNvPr>
              <p:cNvSpPr/>
              <p:nvPr/>
            </p:nvSpPr>
            <p:spPr>
              <a:xfrm>
                <a:off x="1920453" y="4605268"/>
                <a:ext cx="907452" cy="443158"/>
              </a:xfrm>
              <a:custGeom>
                <a:avLst/>
                <a:gdLst>
                  <a:gd name="csX0" fmla="*/ 0 w 681782"/>
                  <a:gd name="csY0" fmla="*/ 73861 h 443158"/>
                  <a:gd name="csX1" fmla="*/ 73861 w 681782"/>
                  <a:gd name="csY1" fmla="*/ 0 h 443158"/>
                  <a:gd name="csX2" fmla="*/ 607921 w 681782"/>
                  <a:gd name="csY2" fmla="*/ 0 h 443158"/>
                  <a:gd name="csX3" fmla="*/ 681782 w 681782"/>
                  <a:gd name="csY3" fmla="*/ 73861 h 443158"/>
                  <a:gd name="csX4" fmla="*/ 681782 w 681782"/>
                  <a:gd name="csY4" fmla="*/ 369297 h 443158"/>
                  <a:gd name="csX5" fmla="*/ 607921 w 681782"/>
                  <a:gd name="csY5" fmla="*/ 443158 h 443158"/>
                  <a:gd name="csX6" fmla="*/ 73861 w 681782"/>
                  <a:gd name="csY6" fmla="*/ 443158 h 443158"/>
                  <a:gd name="csX7" fmla="*/ 0 w 681782"/>
                  <a:gd name="csY7" fmla="*/ 369297 h 443158"/>
                  <a:gd name="csX8" fmla="*/ 0 w 681782"/>
                  <a:gd name="csY8" fmla="*/ 73861 h 4431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81782" h="443158">
                    <a:moveTo>
                      <a:pt x="0" y="73861"/>
                    </a:moveTo>
                    <a:cubicBezTo>
                      <a:pt x="0" y="33069"/>
                      <a:pt x="33069" y="0"/>
                      <a:pt x="73861" y="0"/>
                    </a:cubicBezTo>
                    <a:lnTo>
                      <a:pt x="607921" y="0"/>
                    </a:lnTo>
                    <a:cubicBezTo>
                      <a:pt x="648713" y="0"/>
                      <a:pt x="681782" y="33069"/>
                      <a:pt x="681782" y="73861"/>
                    </a:cubicBezTo>
                    <a:lnTo>
                      <a:pt x="681782" y="369297"/>
                    </a:lnTo>
                    <a:cubicBezTo>
                      <a:pt x="681782" y="410089"/>
                      <a:pt x="648713" y="443158"/>
                      <a:pt x="607921" y="443158"/>
                    </a:cubicBezTo>
                    <a:lnTo>
                      <a:pt x="73861" y="443158"/>
                    </a:lnTo>
                    <a:cubicBezTo>
                      <a:pt x="33069" y="443158"/>
                      <a:pt x="0" y="410089"/>
                      <a:pt x="0" y="369297"/>
                    </a:cubicBezTo>
                    <a:lnTo>
                      <a:pt x="0" y="73861"/>
                    </a:lnTo>
                    <a:close/>
                  </a:path>
                </a:pathLst>
              </a:custGeom>
              <a:solidFill>
                <a:srgbClr val="D2E2CB"/>
              </a:solidFill>
              <a:ln>
                <a:solidFill>
                  <a:srgbClr val="4D6E3E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7353" tIns="67353" rIns="67353" bIns="67353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200" b="1" i="0" kern="1200" dirty="0">
                    <a:solidFill>
                      <a:srgbClr val="364C3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Verify Rules</a:t>
                </a:r>
                <a:endParaRPr lang="en-IN" sz="1200" kern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2B8FA2C-8790-2049-3D70-5B9539A5EC3B}"/>
                  </a:ext>
                </a:extLst>
              </p:cNvPr>
              <p:cNvSpPr/>
              <p:nvPr/>
            </p:nvSpPr>
            <p:spPr>
              <a:xfrm>
                <a:off x="1611792" y="3363032"/>
                <a:ext cx="1463815" cy="1463815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296971" y="1320566"/>
                    </a:moveTo>
                    <a:arcTo wR="731907" hR="731907" stAng="7587549" swAng="1633114"/>
                  </a:path>
                </a:pathLst>
              </a:custGeom>
              <a:noFill/>
              <a:ln>
                <a:solidFill>
                  <a:srgbClr val="243328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76A5092-431E-595B-969A-263C876041B9}"/>
                  </a:ext>
                </a:extLst>
              </p:cNvPr>
              <p:cNvSpPr/>
              <p:nvPr/>
            </p:nvSpPr>
            <p:spPr>
              <a:xfrm>
                <a:off x="1188546" y="3873361"/>
                <a:ext cx="907452" cy="443158"/>
              </a:xfrm>
              <a:custGeom>
                <a:avLst/>
                <a:gdLst>
                  <a:gd name="csX0" fmla="*/ 0 w 681782"/>
                  <a:gd name="csY0" fmla="*/ 73861 h 443158"/>
                  <a:gd name="csX1" fmla="*/ 73861 w 681782"/>
                  <a:gd name="csY1" fmla="*/ 0 h 443158"/>
                  <a:gd name="csX2" fmla="*/ 607921 w 681782"/>
                  <a:gd name="csY2" fmla="*/ 0 h 443158"/>
                  <a:gd name="csX3" fmla="*/ 681782 w 681782"/>
                  <a:gd name="csY3" fmla="*/ 73861 h 443158"/>
                  <a:gd name="csX4" fmla="*/ 681782 w 681782"/>
                  <a:gd name="csY4" fmla="*/ 369297 h 443158"/>
                  <a:gd name="csX5" fmla="*/ 607921 w 681782"/>
                  <a:gd name="csY5" fmla="*/ 443158 h 443158"/>
                  <a:gd name="csX6" fmla="*/ 73861 w 681782"/>
                  <a:gd name="csY6" fmla="*/ 443158 h 443158"/>
                  <a:gd name="csX7" fmla="*/ 0 w 681782"/>
                  <a:gd name="csY7" fmla="*/ 369297 h 443158"/>
                  <a:gd name="csX8" fmla="*/ 0 w 681782"/>
                  <a:gd name="csY8" fmla="*/ 73861 h 4431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81782" h="443158">
                    <a:moveTo>
                      <a:pt x="0" y="73861"/>
                    </a:moveTo>
                    <a:cubicBezTo>
                      <a:pt x="0" y="33069"/>
                      <a:pt x="33069" y="0"/>
                      <a:pt x="73861" y="0"/>
                    </a:cubicBezTo>
                    <a:lnTo>
                      <a:pt x="607921" y="0"/>
                    </a:lnTo>
                    <a:cubicBezTo>
                      <a:pt x="648713" y="0"/>
                      <a:pt x="681782" y="33069"/>
                      <a:pt x="681782" y="73861"/>
                    </a:cubicBezTo>
                    <a:lnTo>
                      <a:pt x="681782" y="369297"/>
                    </a:lnTo>
                    <a:cubicBezTo>
                      <a:pt x="681782" y="410089"/>
                      <a:pt x="648713" y="443158"/>
                      <a:pt x="607921" y="443158"/>
                    </a:cubicBezTo>
                    <a:lnTo>
                      <a:pt x="73861" y="443158"/>
                    </a:lnTo>
                    <a:cubicBezTo>
                      <a:pt x="33069" y="443158"/>
                      <a:pt x="0" y="410089"/>
                      <a:pt x="0" y="369297"/>
                    </a:cubicBezTo>
                    <a:lnTo>
                      <a:pt x="0" y="73861"/>
                    </a:lnTo>
                    <a:close/>
                  </a:path>
                </a:pathLst>
              </a:custGeom>
              <a:solidFill>
                <a:srgbClr val="D2E2CB"/>
              </a:solidFill>
              <a:ln>
                <a:solidFill>
                  <a:srgbClr val="4D6E3E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7353" tIns="67353" rIns="67353" bIns="67353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200" b="1" i="0" kern="1200" dirty="0">
                    <a:solidFill>
                      <a:srgbClr val="364C3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Actionable Answer</a:t>
                </a:r>
                <a:endParaRPr lang="en-IN" sz="1200" kern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58096A0D-E4DE-990B-2FC4-BC587D913170}"/>
                  </a:ext>
                </a:extLst>
              </p:cNvPr>
              <p:cNvSpPr/>
              <p:nvPr/>
            </p:nvSpPr>
            <p:spPr>
              <a:xfrm>
                <a:off x="1550832" y="3363032"/>
                <a:ext cx="1463815" cy="1463815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75888" y="407365"/>
                    </a:moveTo>
                    <a:arcTo wR="731907" hR="731907" stAng="12379337" swAng="1633114"/>
                  </a:path>
                </a:pathLst>
              </a:custGeom>
              <a:noFill/>
              <a:ln>
                <a:solidFill>
                  <a:srgbClr val="243328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96D1020-F772-2348-006C-81185CBEE451}"/>
                </a:ext>
              </a:extLst>
            </p:cNvPr>
            <p:cNvSpPr txBox="1"/>
            <p:nvPr/>
          </p:nvSpPr>
          <p:spPr>
            <a:xfrm>
              <a:off x="2413024" y="3156693"/>
              <a:ext cx="17268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(user says in Hindi via voice- “</a:t>
              </a:r>
              <a:r>
                <a:rPr lang="en-US" sz="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mujhe</a:t>
              </a:r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kheti</a:t>
              </a:r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</a:t>
              </a:r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liye</a:t>
              </a:r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paise </a:t>
              </a:r>
              <a:r>
                <a:rPr lang="en-US" sz="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chahiye</a:t>
              </a:r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”)</a:t>
              </a:r>
              <a:endParaRPr lang="en-I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FED74F9-A141-B669-5749-5DFEE4500E35}"/>
                </a:ext>
              </a:extLst>
            </p:cNvPr>
            <p:cNvSpPr txBox="1"/>
            <p:nvPr/>
          </p:nvSpPr>
          <p:spPr>
            <a:xfrm>
              <a:off x="3166121" y="3906810"/>
              <a:ext cx="9927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(system scans 1000+schemes</a:t>
              </a:r>
            </a:p>
            <a:p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Found: </a:t>
              </a:r>
              <a:r>
                <a:rPr lang="en-US" sz="800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PM KISAN Samman Nidhi</a:t>
              </a:r>
              <a:endParaRPr lang="en-IN" sz="8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0DDAF6-9412-8B5F-689C-716F6A28C8AC}"/>
                </a:ext>
              </a:extLst>
            </p:cNvPr>
            <p:cNvSpPr txBox="1"/>
            <p:nvPr/>
          </p:nvSpPr>
          <p:spPr>
            <a:xfrm>
              <a:off x="500926" y="4626643"/>
              <a:ext cx="1130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(checks logic vs profile- land &lt; 2 hectares? </a:t>
              </a:r>
              <a:r>
                <a:rPr lang="en-IN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✅yes.)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919780E-F055-F744-CEDA-72F6D6CEA44F}"/>
                </a:ext>
              </a:extLst>
            </p:cNvPr>
            <p:cNvSpPr txBox="1"/>
            <p:nvPr/>
          </p:nvSpPr>
          <p:spPr>
            <a:xfrm>
              <a:off x="-7128" y="3872971"/>
              <a:ext cx="9600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(you are eligible for Rs. 6000/year)</a:t>
              </a:r>
              <a:endParaRPr lang="en-IN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2059FC-7506-08FD-967C-B59EE9604F53}"/>
              </a:ext>
            </a:extLst>
          </p:cNvPr>
          <p:cNvCxnSpPr>
            <a:cxnSpLocks/>
          </p:cNvCxnSpPr>
          <p:nvPr/>
        </p:nvCxnSpPr>
        <p:spPr>
          <a:xfrm>
            <a:off x="4900973" y="3989469"/>
            <a:ext cx="36329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18FC27-B8DB-3BF1-60FD-8E5931D65A3B}"/>
              </a:ext>
            </a:extLst>
          </p:cNvPr>
          <p:cNvSpPr txBox="1"/>
          <p:nvPr/>
        </p:nvSpPr>
        <p:spPr>
          <a:xfrm>
            <a:off x="4458470" y="2629487"/>
            <a:ext cx="4565373" cy="369332"/>
          </a:xfrm>
          <a:prstGeom prst="rect">
            <a:avLst/>
          </a:prstGeom>
          <a:solidFill>
            <a:srgbClr val="4D6E3E"/>
          </a:solidFill>
          <a:ln w="25400">
            <a:solidFill>
              <a:srgbClr val="2433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SELLING PROPOSITIONS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13857E-0206-1E86-38C9-C5C279DA1E63}"/>
              </a:ext>
            </a:extLst>
          </p:cNvPr>
          <p:cNvSpPr txBox="1"/>
          <p:nvPr/>
        </p:nvSpPr>
        <p:spPr>
          <a:xfrm>
            <a:off x="4312140" y="3061455"/>
            <a:ext cx="1456422" cy="600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Native Multilingual: </a:t>
            </a:r>
            <a:endParaRPr lang="en-US" sz="11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1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Interacts in 10+ Indian languages natively.</a:t>
            </a:r>
            <a:endParaRPr lang="en-IN" sz="1100" i="1" baseline="-250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78088BA-9E4C-EF23-27CA-F4495D4C079C}"/>
              </a:ext>
            </a:extLst>
          </p:cNvPr>
          <p:cNvCxnSpPr>
            <a:cxnSpLocks/>
          </p:cNvCxnSpPr>
          <p:nvPr/>
        </p:nvCxnSpPr>
        <p:spPr>
          <a:xfrm>
            <a:off x="5036539" y="3669913"/>
            <a:ext cx="0" cy="109209"/>
          </a:xfrm>
          <a:prstGeom prst="line">
            <a:avLst/>
          </a:prstGeom>
          <a:solidFill>
            <a:srgbClr val="D2E2CB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F2995953-8A2D-5A88-AA05-403DD5793F36}"/>
              </a:ext>
            </a:extLst>
          </p:cNvPr>
          <p:cNvSpPr/>
          <p:nvPr/>
        </p:nvSpPr>
        <p:spPr>
          <a:xfrm>
            <a:off x="4826369" y="3789035"/>
            <a:ext cx="422795" cy="445801"/>
          </a:xfrm>
          <a:prstGeom prst="ellipse">
            <a:avLst/>
          </a:prstGeom>
          <a:solidFill>
            <a:srgbClr val="D2E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F0D6C201-0866-ADD7-AAAF-6F1F28AAA8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3342" y="3858498"/>
            <a:ext cx="306397" cy="306397"/>
          </a:xfrm>
          <a:prstGeom prst="rect">
            <a:avLst/>
          </a:prstGeom>
          <a:solidFill>
            <a:srgbClr val="D2E2CB"/>
          </a:solidFill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3076B39-FA3D-E309-7807-2233A85B0876}"/>
              </a:ext>
            </a:extLst>
          </p:cNvPr>
          <p:cNvSpPr txBox="1"/>
          <p:nvPr/>
        </p:nvSpPr>
        <p:spPr>
          <a:xfrm>
            <a:off x="6807729" y="4381682"/>
            <a:ext cx="1515285" cy="600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Drift Detection:</a:t>
            </a:r>
            <a:endParaRPr lang="en-US" sz="11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1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policy changes across different years.</a:t>
            </a:r>
            <a:endParaRPr lang="en-US" sz="11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C7163F5-CC27-03C8-FA6D-BEE44BE6FB33}"/>
              </a:ext>
            </a:extLst>
          </p:cNvPr>
          <p:cNvCxnSpPr>
            <a:cxnSpLocks/>
          </p:cNvCxnSpPr>
          <p:nvPr/>
        </p:nvCxnSpPr>
        <p:spPr>
          <a:xfrm>
            <a:off x="7557700" y="4250593"/>
            <a:ext cx="0" cy="119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74969EE8-7EEE-72EA-FEA0-2362D6C7C6E5}"/>
              </a:ext>
            </a:extLst>
          </p:cNvPr>
          <p:cNvSpPr/>
          <p:nvPr/>
        </p:nvSpPr>
        <p:spPr>
          <a:xfrm>
            <a:off x="7356830" y="3790737"/>
            <a:ext cx="422795" cy="445802"/>
          </a:xfrm>
          <a:prstGeom prst="ellipse">
            <a:avLst/>
          </a:prstGeom>
          <a:solidFill>
            <a:srgbClr val="D2E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484542-2FA1-8F07-88DF-D68E88C11576}"/>
              </a:ext>
            </a:extLst>
          </p:cNvPr>
          <p:cNvSpPr txBox="1"/>
          <p:nvPr/>
        </p:nvSpPr>
        <p:spPr>
          <a:xfrm>
            <a:off x="5876304" y="3061455"/>
            <a:ext cx="1716891" cy="600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Retrieval-Grounded Responses- </a:t>
            </a:r>
            <a:r>
              <a:rPr lang="en-US" sz="11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Answer linked to official source.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782C546-CE27-ECEF-C6C0-F166961822C8}"/>
              </a:ext>
            </a:extLst>
          </p:cNvPr>
          <p:cNvSpPr/>
          <p:nvPr/>
        </p:nvSpPr>
        <p:spPr>
          <a:xfrm>
            <a:off x="6513343" y="3790737"/>
            <a:ext cx="422795" cy="445803"/>
          </a:xfrm>
          <a:prstGeom prst="ellipse">
            <a:avLst/>
          </a:prstGeom>
          <a:solidFill>
            <a:srgbClr val="D2E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EE70698-2BBA-7EAC-2BD8-8664BCF70549}"/>
              </a:ext>
            </a:extLst>
          </p:cNvPr>
          <p:cNvCxnSpPr>
            <a:cxnSpLocks/>
          </p:cNvCxnSpPr>
          <p:nvPr/>
        </p:nvCxnSpPr>
        <p:spPr>
          <a:xfrm>
            <a:off x="6723396" y="3661050"/>
            <a:ext cx="0" cy="120130"/>
          </a:xfrm>
          <a:prstGeom prst="line">
            <a:avLst/>
          </a:prstGeom>
          <a:solidFill>
            <a:srgbClr val="D2E2CB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9CDC16C-5CC7-6311-E8BB-831ACE886EF9}"/>
              </a:ext>
            </a:extLst>
          </p:cNvPr>
          <p:cNvSpPr txBox="1"/>
          <p:nvPr/>
        </p:nvSpPr>
        <p:spPr>
          <a:xfrm>
            <a:off x="5064949" y="4381682"/>
            <a:ext cx="1606603" cy="600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Omnichannel Access:</a:t>
            </a:r>
            <a:endParaRPr lang="en-US" sz="11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1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via Web, WhatsApp, SMS, Voice.</a:t>
            </a:r>
            <a:endParaRPr lang="en-US" sz="11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F06DE9D-ABC2-32B5-1268-405D1636B7FD}"/>
              </a:ext>
            </a:extLst>
          </p:cNvPr>
          <p:cNvCxnSpPr>
            <a:cxnSpLocks/>
          </p:cNvCxnSpPr>
          <p:nvPr/>
        </p:nvCxnSpPr>
        <p:spPr>
          <a:xfrm>
            <a:off x="5878410" y="4253356"/>
            <a:ext cx="0" cy="120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BA173097-6E2A-8057-3C3E-CF084DAC33F4}"/>
              </a:ext>
            </a:extLst>
          </p:cNvPr>
          <p:cNvSpPr/>
          <p:nvPr/>
        </p:nvSpPr>
        <p:spPr>
          <a:xfrm>
            <a:off x="5669856" y="3790737"/>
            <a:ext cx="422795" cy="445802"/>
          </a:xfrm>
          <a:prstGeom prst="ellipse">
            <a:avLst/>
          </a:prstGeom>
          <a:solidFill>
            <a:srgbClr val="D2E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47BE64A5-E451-5766-1F88-857C77BCEF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26152" y="3861826"/>
            <a:ext cx="306397" cy="308191"/>
          </a:xfrm>
          <a:prstGeom prst="rect">
            <a:avLst/>
          </a:prstGeom>
          <a:solidFill>
            <a:srgbClr val="D2E2CB"/>
          </a:solidFill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4571A48-948B-14C2-4924-6B9D1ED6D835}"/>
              </a:ext>
            </a:extLst>
          </p:cNvPr>
          <p:cNvSpPr txBox="1"/>
          <p:nvPr/>
        </p:nvSpPr>
        <p:spPr>
          <a:xfrm>
            <a:off x="7700937" y="3057347"/>
            <a:ext cx="1421554" cy="600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"Why Not" Engine</a:t>
            </a:r>
            <a:endParaRPr lang="en-US" sz="11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1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Explains exact reasons for rejection.</a:t>
            </a:r>
            <a:endParaRPr lang="en-US" sz="11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BFB9476-0798-9C50-E9C5-7426A0394B2F}"/>
              </a:ext>
            </a:extLst>
          </p:cNvPr>
          <p:cNvSpPr/>
          <p:nvPr/>
        </p:nvSpPr>
        <p:spPr>
          <a:xfrm>
            <a:off x="8200317" y="3790737"/>
            <a:ext cx="422795" cy="445802"/>
          </a:xfrm>
          <a:prstGeom prst="ellipse">
            <a:avLst/>
          </a:prstGeom>
          <a:solidFill>
            <a:srgbClr val="D2E2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126752F-9530-ED62-55F3-FE440469B221}"/>
              </a:ext>
            </a:extLst>
          </p:cNvPr>
          <p:cNvCxnSpPr>
            <a:cxnSpLocks/>
          </p:cNvCxnSpPr>
          <p:nvPr/>
        </p:nvCxnSpPr>
        <p:spPr>
          <a:xfrm>
            <a:off x="8419334" y="3672037"/>
            <a:ext cx="0" cy="120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FBCC756-8F65-A641-9C89-FB7E1B002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102" y="3794458"/>
            <a:ext cx="428111" cy="428111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1F94A0C4-518D-0F08-4B01-4B8F4EEBF3D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03241" y="3823580"/>
            <a:ext cx="353811" cy="353811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D6B84C0F-A485-4CBF-7E4D-00CFE874B0B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73131" y="3861902"/>
            <a:ext cx="292405" cy="292405"/>
          </a:xfrm>
          <a:prstGeom prst="rect">
            <a:avLst/>
          </a:prstGeom>
        </p:spPr>
      </p:pic>
      <p:graphicFrame>
        <p:nvGraphicFramePr>
          <p:cNvPr id="108" name="Table 107">
            <a:extLst>
              <a:ext uri="{FF2B5EF4-FFF2-40B4-BE49-F238E27FC236}">
                <a16:creationId xmlns:a16="http://schemas.microsoft.com/office/drawing/2014/main" id="{DEB61E44-2B9A-2155-9B76-71DD9F693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820782"/>
              </p:ext>
            </p:extLst>
          </p:nvPr>
        </p:nvGraphicFramePr>
        <p:xfrm>
          <a:off x="163552" y="990694"/>
          <a:ext cx="8757424" cy="1554480"/>
        </p:xfrm>
        <a:graphic>
          <a:graphicData uri="http://schemas.openxmlformats.org/drawingml/2006/table">
            <a:tbl>
              <a:tblPr firstRow="1" bandRow="1"/>
              <a:tblGrid>
                <a:gridCol w="2189356">
                  <a:extLst>
                    <a:ext uri="{9D8B030D-6E8A-4147-A177-3AD203B41FA5}">
                      <a16:colId xmlns:a16="http://schemas.microsoft.com/office/drawing/2014/main" val="3790965631"/>
                    </a:ext>
                  </a:extLst>
                </a:gridCol>
                <a:gridCol w="2189356">
                  <a:extLst>
                    <a:ext uri="{9D8B030D-6E8A-4147-A177-3AD203B41FA5}">
                      <a16:colId xmlns:a16="http://schemas.microsoft.com/office/drawing/2014/main" val="82982597"/>
                    </a:ext>
                  </a:extLst>
                </a:gridCol>
                <a:gridCol w="2189356">
                  <a:extLst>
                    <a:ext uri="{9D8B030D-6E8A-4147-A177-3AD203B41FA5}">
                      <a16:colId xmlns:a16="http://schemas.microsoft.com/office/drawing/2014/main" val="1172544244"/>
                    </a:ext>
                  </a:extLst>
                </a:gridCol>
                <a:gridCol w="2189356">
                  <a:extLst>
                    <a:ext uri="{9D8B030D-6E8A-4147-A177-3AD203B41FA5}">
                      <a16:colId xmlns:a16="http://schemas.microsoft.com/office/drawing/2014/main" val="490292642"/>
                    </a:ext>
                  </a:extLst>
                </a:gridCol>
              </a:tblGrid>
              <a:tr h="289003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LLMs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Govt. Portals ( UMANG)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PULSE</a:t>
                      </a:r>
                      <a:endParaRPr lang="en-IN" sz="16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2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448487"/>
                  </a:ext>
                </a:extLst>
              </a:tr>
              <a:tr h="289003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Reliability</a:t>
                      </a:r>
                      <a:endParaRPr lang="en-IN" b="1" i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Prone to hallucinations</a:t>
                      </a: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Official documents</a:t>
                      </a:r>
                      <a:endParaRPr lang="en-IN" sz="12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i="1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Fact-checked logic</a:t>
                      </a:r>
                      <a:endParaRPr lang="en-IN" sz="1200" b="1" i="1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>
                    <a:solidFill>
                      <a:srgbClr val="D2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2400"/>
                  </a:ext>
                </a:extLst>
              </a:tr>
              <a:tr h="289003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“Why Not” Logic</a:t>
                      </a:r>
                      <a:endParaRPr lang="en-IN" b="1" i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Vague or generic advice</a:t>
                      </a:r>
                      <a:endParaRPr lang="en-IN" sz="12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No explanation provided</a:t>
                      </a:r>
                      <a:endParaRPr lang="en-IN" sz="12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i="1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Exact criteria match</a:t>
                      </a:r>
                      <a:endParaRPr lang="en-IN" sz="1200" b="1" i="1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>
                    <a:solidFill>
                      <a:srgbClr val="D2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34108"/>
                  </a:ext>
                </a:extLst>
              </a:tr>
              <a:tr h="289003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Audit Trail</a:t>
                      </a:r>
                      <a:endParaRPr lang="en-IN" b="1" i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Black-box (untraceable)</a:t>
                      </a:r>
                      <a:endParaRPr lang="en-IN" sz="12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N/A (static links)</a:t>
                      </a:r>
                      <a:endParaRPr lang="en-IN" sz="12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i="1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 Citations Linked Responses</a:t>
                      </a:r>
                      <a:endParaRPr lang="en-IN" sz="1200" b="1" i="1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>
                    <a:solidFill>
                      <a:srgbClr val="D2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788076"/>
                  </a:ext>
                </a:extLst>
              </a:tr>
              <a:tr h="289003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Last-Mile Access</a:t>
                      </a:r>
                      <a:endParaRPr lang="en-IN" b="1" i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Needs high speed internet</a:t>
                      </a:r>
                      <a:endParaRPr lang="en-IN" sz="12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App/Website only</a:t>
                      </a:r>
                      <a:endParaRPr lang="en-IN" sz="1200" b="0" i="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i="1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SMS and Voice Optimized</a:t>
                      </a:r>
                      <a:endParaRPr lang="en-IN" sz="1200" b="1" i="1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>
                    <a:solidFill>
                      <a:srgbClr val="D2E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496090"/>
                  </a:ext>
                </a:extLst>
              </a:tr>
            </a:tbl>
          </a:graphicData>
        </a:graphic>
      </p:graphicFrame>
      <p:pic>
        <p:nvPicPr>
          <p:cNvPr id="110" name="Picture 109">
            <a:extLst>
              <a:ext uri="{FF2B5EF4-FFF2-40B4-BE49-F238E27FC236}">
                <a16:creationId xmlns:a16="http://schemas.microsoft.com/office/drawing/2014/main" id="{1A8207A2-A7EB-92FD-723F-8D2F0529A8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9979" y="1368528"/>
            <a:ext cx="231589" cy="23158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C4A222E1-76C2-126D-A7A4-67AA6BD256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9979" y="1977940"/>
            <a:ext cx="231589" cy="231589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9D205138-E4D1-6FD7-54DB-B630D35B5D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9979" y="2282401"/>
            <a:ext cx="231589" cy="231589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A8CD92D3-0502-433E-4ACC-44132F37D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531651" y="1637885"/>
            <a:ext cx="308245" cy="304576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6E242029-C89F-81C4-A72B-A0BA36CD501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51753" y="1374502"/>
            <a:ext cx="231589" cy="231589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333B0EF0-867E-1A8D-33D5-9458CA1CD5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1753" y="1983914"/>
            <a:ext cx="231589" cy="231589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2DD02AB-CAE9-9AEE-A939-8AF0F5167B5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13425" y="2266749"/>
            <a:ext cx="308245" cy="304576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33E57AE9-C774-B626-4FF7-CA461430C5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1753" y="1672919"/>
            <a:ext cx="231589" cy="231589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A252C710-4745-1879-AB88-A6A037496E0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86867" y="1369046"/>
            <a:ext cx="231589" cy="231589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CD0F5ABE-94A3-D6FA-FA8E-A69FE85D726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86867" y="1978458"/>
            <a:ext cx="231589" cy="231589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815D2075-3E58-1F1F-C800-EB815485DC1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86867" y="2282919"/>
            <a:ext cx="231589" cy="231589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FF690AB2-6F40-DFAD-FF7A-3FBDE44B26A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86867" y="1667463"/>
            <a:ext cx="231589" cy="231589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58B20AF8-F770-76CF-C82D-8B87E7CA22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226603">
            <a:off x="8624126" y="724150"/>
            <a:ext cx="450287" cy="4502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D4C5D7-56AC-A2A5-2381-DB936F3F2F5A}"/>
              </a:ext>
            </a:extLst>
          </p:cNvPr>
          <p:cNvSpPr txBox="1"/>
          <p:nvPr/>
        </p:nvSpPr>
        <p:spPr>
          <a:xfrm>
            <a:off x="4376249" y="0"/>
            <a:ext cx="215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364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95708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CE6726BC-30F7-9400-DB7B-24F1E37D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>
            <a:extLst>
              <a:ext uri="{FF2B5EF4-FFF2-40B4-BE49-F238E27FC236}">
                <a16:creationId xmlns:a16="http://schemas.microsoft.com/office/drawing/2014/main" id="{44096CFC-7D80-62E8-8BA1-588C2E5DBB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E3D6090-677B-4850-8F47-019533B3F9A5}"/>
              </a:ext>
            </a:extLst>
          </p:cNvPr>
          <p:cNvCxnSpPr/>
          <p:nvPr/>
        </p:nvCxnSpPr>
        <p:spPr>
          <a:xfrm>
            <a:off x="0" y="475785"/>
            <a:ext cx="9140408" cy="0"/>
          </a:xfrm>
          <a:prstGeom prst="line">
            <a:avLst/>
          </a:prstGeom>
          <a:ln>
            <a:solidFill>
              <a:srgbClr val="C5DA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107DDB4-65C4-661E-3633-7978386335D3}"/>
              </a:ext>
            </a:extLst>
          </p:cNvPr>
          <p:cNvSpPr/>
          <p:nvPr/>
        </p:nvSpPr>
        <p:spPr>
          <a:xfrm>
            <a:off x="306126" y="1216906"/>
            <a:ext cx="2724151" cy="3670054"/>
          </a:xfrm>
          <a:custGeom>
            <a:avLst/>
            <a:gdLst>
              <a:gd name="connsiteX0" fmla="*/ 0 w 3524698"/>
              <a:gd name="connsiteY0" fmla="*/ 352470 h 5531843"/>
              <a:gd name="connsiteX1" fmla="*/ 352470 w 3524698"/>
              <a:gd name="connsiteY1" fmla="*/ 0 h 5531843"/>
              <a:gd name="connsiteX2" fmla="*/ 3172228 w 3524698"/>
              <a:gd name="connsiteY2" fmla="*/ 0 h 5531843"/>
              <a:gd name="connsiteX3" fmla="*/ 3524698 w 3524698"/>
              <a:gd name="connsiteY3" fmla="*/ 352470 h 5531843"/>
              <a:gd name="connsiteX4" fmla="*/ 3524698 w 3524698"/>
              <a:gd name="connsiteY4" fmla="*/ 5179373 h 5531843"/>
              <a:gd name="connsiteX5" fmla="*/ 3172228 w 3524698"/>
              <a:gd name="connsiteY5" fmla="*/ 5531843 h 5531843"/>
              <a:gd name="connsiteX6" fmla="*/ 352470 w 3524698"/>
              <a:gd name="connsiteY6" fmla="*/ 5531843 h 5531843"/>
              <a:gd name="connsiteX7" fmla="*/ 0 w 3524698"/>
              <a:gd name="connsiteY7" fmla="*/ 5179373 h 5531843"/>
              <a:gd name="connsiteX8" fmla="*/ 0 w 3524698"/>
              <a:gd name="connsiteY8" fmla="*/ 352470 h 553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4698" h="5531843">
                <a:moveTo>
                  <a:pt x="0" y="352470"/>
                </a:moveTo>
                <a:cubicBezTo>
                  <a:pt x="0" y="157806"/>
                  <a:pt x="157806" y="0"/>
                  <a:pt x="352470" y="0"/>
                </a:cubicBezTo>
                <a:lnTo>
                  <a:pt x="3172228" y="0"/>
                </a:lnTo>
                <a:cubicBezTo>
                  <a:pt x="3366892" y="0"/>
                  <a:pt x="3524698" y="157806"/>
                  <a:pt x="3524698" y="352470"/>
                </a:cubicBezTo>
                <a:lnTo>
                  <a:pt x="3524698" y="5179373"/>
                </a:lnTo>
                <a:cubicBezTo>
                  <a:pt x="3524698" y="5374037"/>
                  <a:pt x="3366892" y="5531843"/>
                  <a:pt x="3172228" y="5531843"/>
                </a:cubicBezTo>
                <a:lnTo>
                  <a:pt x="352470" y="5531843"/>
                </a:lnTo>
                <a:cubicBezTo>
                  <a:pt x="157806" y="5531843"/>
                  <a:pt x="0" y="5374037"/>
                  <a:pt x="0" y="5179373"/>
                </a:cubicBezTo>
                <a:lnTo>
                  <a:pt x="0" y="35247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39637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ED262EF4-8CDA-8EF3-9FD3-CF400E6253AC}"/>
              </a:ext>
            </a:extLst>
          </p:cNvPr>
          <p:cNvSpPr/>
          <p:nvPr/>
        </p:nvSpPr>
        <p:spPr>
          <a:xfrm>
            <a:off x="621060" y="1879152"/>
            <a:ext cx="2094284" cy="326040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b="1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 Format Ingestion</a:t>
            </a:r>
            <a:endParaRPr lang="en-IN" sz="1500" b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1E247C5-BB40-ADBD-BE70-5A15AD61B3D2}"/>
              </a:ext>
            </a:extLst>
          </p:cNvPr>
          <p:cNvSpPr/>
          <p:nvPr/>
        </p:nvSpPr>
        <p:spPr>
          <a:xfrm>
            <a:off x="432325" y="2309197"/>
            <a:ext cx="2504164" cy="1554115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Captures data from official Gazettes (PDF), News (CSV), and Voice.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Extracts and cleans Hindi/English text </a:t>
            </a:r>
            <a:r>
              <a:rPr lang="en-US" sz="1200" b="1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automatically.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7E03B79-379B-9ED1-F492-61164952BC1B}"/>
              </a:ext>
            </a:extLst>
          </p:cNvPr>
          <p:cNvSpPr/>
          <p:nvPr/>
        </p:nvSpPr>
        <p:spPr>
          <a:xfrm>
            <a:off x="621060" y="4229005"/>
            <a:ext cx="2094285" cy="322041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Tech:</a:t>
            </a:r>
            <a:r>
              <a:rPr lang="en-US" sz="1200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OCR/ Speech-to-Text</a:t>
            </a:r>
            <a:endParaRPr lang="en-IN" sz="120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29385E1-D0B1-1979-A73B-E0AFB1299258}"/>
              </a:ext>
            </a:extLst>
          </p:cNvPr>
          <p:cNvSpPr/>
          <p:nvPr/>
        </p:nvSpPr>
        <p:spPr>
          <a:xfrm>
            <a:off x="3120321" y="1216906"/>
            <a:ext cx="2724151" cy="3670054"/>
          </a:xfrm>
          <a:custGeom>
            <a:avLst/>
            <a:gdLst>
              <a:gd name="connsiteX0" fmla="*/ 0 w 3524698"/>
              <a:gd name="connsiteY0" fmla="*/ 352470 h 5531843"/>
              <a:gd name="connsiteX1" fmla="*/ 352470 w 3524698"/>
              <a:gd name="connsiteY1" fmla="*/ 0 h 5531843"/>
              <a:gd name="connsiteX2" fmla="*/ 3172228 w 3524698"/>
              <a:gd name="connsiteY2" fmla="*/ 0 h 5531843"/>
              <a:gd name="connsiteX3" fmla="*/ 3524698 w 3524698"/>
              <a:gd name="connsiteY3" fmla="*/ 352470 h 5531843"/>
              <a:gd name="connsiteX4" fmla="*/ 3524698 w 3524698"/>
              <a:gd name="connsiteY4" fmla="*/ 5179373 h 5531843"/>
              <a:gd name="connsiteX5" fmla="*/ 3172228 w 3524698"/>
              <a:gd name="connsiteY5" fmla="*/ 5531843 h 5531843"/>
              <a:gd name="connsiteX6" fmla="*/ 352470 w 3524698"/>
              <a:gd name="connsiteY6" fmla="*/ 5531843 h 5531843"/>
              <a:gd name="connsiteX7" fmla="*/ 0 w 3524698"/>
              <a:gd name="connsiteY7" fmla="*/ 5179373 h 5531843"/>
              <a:gd name="connsiteX8" fmla="*/ 0 w 3524698"/>
              <a:gd name="connsiteY8" fmla="*/ 352470 h 553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4698" h="5531843">
                <a:moveTo>
                  <a:pt x="0" y="352470"/>
                </a:moveTo>
                <a:cubicBezTo>
                  <a:pt x="0" y="157806"/>
                  <a:pt x="157806" y="0"/>
                  <a:pt x="352470" y="0"/>
                </a:cubicBezTo>
                <a:lnTo>
                  <a:pt x="3172228" y="0"/>
                </a:lnTo>
                <a:cubicBezTo>
                  <a:pt x="3366892" y="0"/>
                  <a:pt x="3524698" y="157806"/>
                  <a:pt x="3524698" y="352470"/>
                </a:cubicBezTo>
                <a:lnTo>
                  <a:pt x="3524698" y="5179373"/>
                </a:lnTo>
                <a:cubicBezTo>
                  <a:pt x="3524698" y="5374037"/>
                  <a:pt x="3366892" y="5531843"/>
                  <a:pt x="3172228" y="5531843"/>
                </a:cubicBezTo>
                <a:lnTo>
                  <a:pt x="352470" y="5531843"/>
                </a:lnTo>
                <a:cubicBezTo>
                  <a:pt x="157806" y="5531843"/>
                  <a:pt x="0" y="5374037"/>
                  <a:pt x="0" y="5179373"/>
                </a:cubicBezTo>
                <a:lnTo>
                  <a:pt x="0" y="352470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454F3B"/>
            </a:solidFill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39637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6CB91FB-3F80-1740-EA78-80E1BAEB4EEA}"/>
              </a:ext>
            </a:extLst>
          </p:cNvPr>
          <p:cNvSpPr/>
          <p:nvPr/>
        </p:nvSpPr>
        <p:spPr>
          <a:xfrm>
            <a:off x="3184457" y="4253949"/>
            <a:ext cx="2595879" cy="322041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Tech: </a:t>
            </a:r>
            <a:r>
              <a:rPr lang="en-US" sz="1200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Search + Rule Logic</a:t>
            </a:r>
            <a:endParaRPr lang="en-IN" sz="120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A8C53BE-2ED1-5545-E047-CADCC3AF6AB5}"/>
              </a:ext>
            </a:extLst>
          </p:cNvPr>
          <p:cNvSpPr/>
          <p:nvPr/>
        </p:nvSpPr>
        <p:spPr>
          <a:xfrm>
            <a:off x="5934515" y="1216906"/>
            <a:ext cx="2724153" cy="3670054"/>
          </a:xfrm>
          <a:custGeom>
            <a:avLst/>
            <a:gdLst>
              <a:gd name="connsiteX0" fmla="*/ 0 w 3524698"/>
              <a:gd name="connsiteY0" fmla="*/ 352470 h 5531843"/>
              <a:gd name="connsiteX1" fmla="*/ 352470 w 3524698"/>
              <a:gd name="connsiteY1" fmla="*/ 0 h 5531843"/>
              <a:gd name="connsiteX2" fmla="*/ 3172228 w 3524698"/>
              <a:gd name="connsiteY2" fmla="*/ 0 h 5531843"/>
              <a:gd name="connsiteX3" fmla="*/ 3524698 w 3524698"/>
              <a:gd name="connsiteY3" fmla="*/ 352470 h 5531843"/>
              <a:gd name="connsiteX4" fmla="*/ 3524698 w 3524698"/>
              <a:gd name="connsiteY4" fmla="*/ 5179373 h 5531843"/>
              <a:gd name="connsiteX5" fmla="*/ 3172228 w 3524698"/>
              <a:gd name="connsiteY5" fmla="*/ 5531843 h 5531843"/>
              <a:gd name="connsiteX6" fmla="*/ 352470 w 3524698"/>
              <a:gd name="connsiteY6" fmla="*/ 5531843 h 5531843"/>
              <a:gd name="connsiteX7" fmla="*/ 0 w 3524698"/>
              <a:gd name="connsiteY7" fmla="*/ 5179373 h 5531843"/>
              <a:gd name="connsiteX8" fmla="*/ 0 w 3524698"/>
              <a:gd name="connsiteY8" fmla="*/ 352470 h 553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4698" h="5531843">
                <a:moveTo>
                  <a:pt x="0" y="352470"/>
                </a:moveTo>
                <a:cubicBezTo>
                  <a:pt x="0" y="157806"/>
                  <a:pt x="157806" y="0"/>
                  <a:pt x="352470" y="0"/>
                </a:cubicBezTo>
                <a:lnTo>
                  <a:pt x="3172228" y="0"/>
                </a:lnTo>
                <a:cubicBezTo>
                  <a:pt x="3366892" y="0"/>
                  <a:pt x="3524698" y="157806"/>
                  <a:pt x="3524698" y="352470"/>
                </a:cubicBezTo>
                <a:lnTo>
                  <a:pt x="3524698" y="5179373"/>
                </a:lnTo>
                <a:cubicBezTo>
                  <a:pt x="3524698" y="5374037"/>
                  <a:pt x="3366892" y="5531843"/>
                  <a:pt x="3172228" y="5531843"/>
                </a:cubicBezTo>
                <a:lnTo>
                  <a:pt x="352470" y="5531843"/>
                </a:lnTo>
                <a:cubicBezTo>
                  <a:pt x="157806" y="5531843"/>
                  <a:pt x="0" y="5374037"/>
                  <a:pt x="0" y="5179373"/>
                </a:cubicBezTo>
                <a:lnTo>
                  <a:pt x="0" y="352470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454F3B"/>
            </a:solidFill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39637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7A318B64-66BF-FA60-63AF-D78C8EA6E03C}"/>
              </a:ext>
            </a:extLst>
          </p:cNvPr>
          <p:cNvSpPr/>
          <p:nvPr/>
        </p:nvSpPr>
        <p:spPr>
          <a:xfrm>
            <a:off x="6029549" y="4278897"/>
            <a:ext cx="2534082" cy="322041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Tech: </a:t>
            </a:r>
            <a:r>
              <a:rPr lang="en-US" sz="1200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Wrapper/ SMS Interface</a:t>
            </a:r>
            <a:endParaRPr lang="en-IN" sz="1200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E93151FA-4407-4427-C5C6-6335C18C1588}"/>
              </a:ext>
            </a:extLst>
          </p:cNvPr>
          <p:cNvSpPr/>
          <p:nvPr/>
        </p:nvSpPr>
        <p:spPr>
          <a:xfrm>
            <a:off x="2751341" y="4735541"/>
            <a:ext cx="582469" cy="222618"/>
          </a:xfrm>
          <a:prstGeom prst="rightArrow">
            <a:avLst/>
          </a:prstGeom>
          <a:solidFill>
            <a:srgbClr val="4D6E3E"/>
          </a:solidFill>
          <a:ln>
            <a:solidFill>
              <a:srgbClr val="364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B407DC0-E4C4-C7FE-1564-9E06BB61BC40}"/>
              </a:ext>
            </a:extLst>
          </p:cNvPr>
          <p:cNvSpPr/>
          <p:nvPr/>
        </p:nvSpPr>
        <p:spPr>
          <a:xfrm>
            <a:off x="5620743" y="4706389"/>
            <a:ext cx="582469" cy="222618"/>
          </a:xfrm>
          <a:prstGeom prst="rightArrow">
            <a:avLst/>
          </a:prstGeom>
          <a:solidFill>
            <a:srgbClr val="4D6E3E"/>
          </a:solidFill>
          <a:ln>
            <a:solidFill>
              <a:srgbClr val="364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ACA77-5D0B-9B30-A053-BE3D24825A12}"/>
              </a:ext>
            </a:extLst>
          </p:cNvPr>
          <p:cNvSpPr txBox="1"/>
          <p:nvPr/>
        </p:nvSpPr>
        <p:spPr>
          <a:xfrm>
            <a:off x="822960" y="1287779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Senses</a:t>
            </a:r>
            <a:endParaRPr lang="en-I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2F686-67D1-C533-25B3-AC785C24CD1A}"/>
              </a:ext>
            </a:extLst>
          </p:cNvPr>
          <p:cNvSpPr txBox="1"/>
          <p:nvPr/>
        </p:nvSpPr>
        <p:spPr>
          <a:xfrm>
            <a:off x="3654356" y="1287779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Brain</a:t>
            </a:r>
            <a:endParaRPr lang="en-I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4E5C1-97F6-2FEF-6DC0-497FD710715F}"/>
              </a:ext>
            </a:extLst>
          </p:cNvPr>
          <p:cNvSpPr txBox="1"/>
          <p:nvPr/>
        </p:nvSpPr>
        <p:spPr>
          <a:xfrm>
            <a:off x="6485752" y="1287779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Voice</a:t>
            </a:r>
            <a:endParaRPr lang="en-I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C4AE3EE-4900-AF87-A9A9-3258EB726CB6}"/>
              </a:ext>
            </a:extLst>
          </p:cNvPr>
          <p:cNvSpPr/>
          <p:nvPr/>
        </p:nvSpPr>
        <p:spPr>
          <a:xfrm>
            <a:off x="3435254" y="1879151"/>
            <a:ext cx="2094284" cy="326040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b="1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 Engine</a:t>
            </a:r>
            <a:endParaRPr lang="en-IN" sz="1500" b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94A97F8-801D-FD8F-4BF5-65A3F5C68A3C}"/>
              </a:ext>
            </a:extLst>
          </p:cNvPr>
          <p:cNvSpPr/>
          <p:nvPr/>
        </p:nvSpPr>
        <p:spPr>
          <a:xfrm>
            <a:off x="3221712" y="2319261"/>
            <a:ext cx="2504164" cy="1554115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Retrieves relevant policy chunk via semantic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Deterministic Logic verifies age, income, caste and gender criteria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Drift Detection </a:t>
            </a: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flags outdates rules and tracks changes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A67EA22-DCC8-52FE-001F-FBB645CB5311}"/>
              </a:ext>
            </a:extLst>
          </p:cNvPr>
          <p:cNvSpPr/>
          <p:nvPr/>
        </p:nvSpPr>
        <p:spPr>
          <a:xfrm>
            <a:off x="6266096" y="1879151"/>
            <a:ext cx="2094284" cy="326040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500" b="1" kern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Layer</a:t>
            </a:r>
            <a:endParaRPr lang="en-IN" sz="1500" b="1" kern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1C16E2-5050-D066-8803-0BAE531D805B}"/>
              </a:ext>
            </a:extLst>
          </p:cNvPr>
          <p:cNvSpPr/>
          <p:nvPr/>
        </p:nvSpPr>
        <p:spPr>
          <a:xfrm>
            <a:off x="6061710" y="2319261"/>
            <a:ext cx="2504164" cy="1554115"/>
          </a:xfrm>
          <a:custGeom>
            <a:avLst/>
            <a:gdLst>
              <a:gd name="connsiteX0" fmla="*/ 0 w 2819758"/>
              <a:gd name="connsiteY0" fmla="*/ 166793 h 1667926"/>
              <a:gd name="connsiteX1" fmla="*/ 166793 w 2819758"/>
              <a:gd name="connsiteY1" fmla="*/ 0 h 1667926"/>
              <a:gd name="connsiteX2" fmla="*/ 2652965 w 2819758"/>
              <a:gd name="connsiteY2" fmla="*/ 0 h 1667926"/>
              <a:gd name="connsiteX3" fmla="*/ 2819758 w 2819758"/>
              <a:gd name="connsiteY3" fmla="*/ 166793 h 1667926"/>
              <a:gd name="connsiteX4" fmla="*/ 2819758 w 2819758"/>
              <a:gd name="connsiteY4" fmla="*/ 1501133 h 1667926"/>
              <a:gd name="connsiteX5" fmla="*/ 2652965 w 2819758"/>
              <a:gd name="connsiteY5" fmla="*/ 1667926 h 1667926"/>
              <a:gd name="connsiteX6" fmla="*/ 166793 w 2819758"/>
              <a:gd name="connsiteY6" fmla="*/ 1667926 h 1667926"/>
              <a:gd name="connsiteX7" fmla="*/ 0 w 2819758"/>
              <a:gd name="connsiteY7" fmla="*/ 1501133 h 1667926"/>
              <a:gd name="connsiteX8" fmla="*/ 0 w 2819758"/>
              <a:gd name="connsiteY8" fmla="*/ 166793 h 166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19758" h="1667926">
                <a:moveTo>
                  <a:pt x="0" y="166793"/>
                </a:moveTo>
                <a:cubicBezTo>
                  <a:pt x="0" y="74676"/>
                  <a:pt x="74676" y="0"/>
                  <a:pt x="166793" y="0"/>
                </a:cubicBezTo>
                <a:lnTo>
                  <a:pt x="2652965" y="0"/>
                </a:lnTo>
                <a:cubicBezTo>
                  <a:pt x="2745082" y="0"/>
                  <a:pt x="2819758" y="74676"/>
                  <a:pt x="2819758" y="166793"/>
                </a:cubicBezTo>
                <a:lnTo>
                  <a:pt x="2819758" y="1501133"/>
                </a:lnTo>
                <a:cubicBezTo>
                  <a:pt x="2819758" y="1593250"/>
                  <a:pt x="2745082" y="1667926"/>
                  <a:pt x="2652965" y="1667926"/>
                </a:cubicBezTo>
                <a:lnTo>
                  <a:pt x="166793" y="1667926"/>
                </a:lnTo>
                <a:cubicBezTo>
                  <a:pt x="74676" y="1667926"/>
                  <a:pt x="0" y="1593250"/>
                  <a:pt x="0" y="1501133"/>
                </a:cubicBezTo>
                <a:lnTo>
                  <a:pt x="0" y="166793"/>
                </a:lnTo>
                <a:close/>
              </a:path>
            </a:pathLst>
          </a:cu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952" tIns="77427" rIns="86952" bIns="77427" numCol="1" spcCol="1270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Converts complex logic into simple "Yes/No" answers.</a:t>
            </a:r>
            <a:endParaRPr lang="en-US" sz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Delivers via Web, WhatsApp, or SMS in 10+ languages.</a:t>
            </a:r>
            <a:endParaRPr lang="en-US" sz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Analytics</a:t>
            </a: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for governance monitoring.</a:t>
            </a:r>
            <a:endParaRPr lang="en-US" sz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B25DB6-0808-7B21-8736-00529F98DE8E}"/>
              </a:ext>
            </a:extLst>
          </p:cNvPr>
          <p:cNvSpPr txBox="1"/>
          <p:nvPr/>
        </p:nvSpPr>
        <p:spPr>
          <a:xfrm>
            <a:off x="2697540" y="591033"/>
            <a:ext cx="3552508" cy="369332"/>
          </a:xfrm>
          <a:prstGeom prst="rect">
            <a:avLst/>
          </a:prstGeom>
          <a:solidFill>
            <a:srgbClr val="4D6E3E"/>
          </a:solidFill>
          <a:ln w="25400">
            <a:solidFill>
              <a:srgbClr val="2433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COGNITIVE PIPELINE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5838D4-CFD4-B7D3-63BB-9C7D930207F7}"/>
              </a:ext>
            </a:extLst>
          </p:cNvPr>
          <p:cNvSpPr txBox="1"/>
          <p:nvPr/>
        </p:nvSpPr>
        <p:spPr>
          <a:xfrm>
            <a:off x="1830065" y="987248"/>
            <a:ext cx="110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LAYER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22C7E7-C129-4651-C42F-7CE6BB97537C}"/>
              </a:ext>
            </a:extLst>
          </p:cNvPr>
          <p:cNvSpPr txBox="1"/>
          <p:nvPr/>
        </p:nvSpPr>
        <p:spPr>
          <a:xfrm>
            <a:off x="4392375" y="1007207"/>
            <a:ext cx="1472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 LAYER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372B1-E930-37C3-B31A-461AC7DCE017}"/>
              </a:ext>
            </a:extLst>
          </p:cNvPr>
          <p:cNvSpPr txBox="1"/>
          <p:nvPr/>
        </p:nvSpPr>
        <p:spPr>
          <a:xfrm>
            <a:off x="7529857" y="999531"/>
            <a:ext cx="1338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 LAYER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AD50C-0C78-286F-BA99-D38D70167F75}"/>
              </a:ext>
            </a:extLst>
          </p:cNvPr>
          <p:cNvSpPr txBox="1"/>
          <p:nvPr/>
        </p:nvSpPr>
        <p:spPr>
          <a:xfrm>
            <a:off x="4375850" y="-10588"/>
            <a:ext cx="215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364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44362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C411EE74-951A-1D62-03DF-285E89CF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>
            <a:extLst>
              <a:ext uri="{FF2B5EF4-FFF2-40B4-BE49-F238E27FC236}">
                <a16:creationId xmlns:a16="http://schemas.microsoft.com/office/drawing/2014/main" id="{A37B7624-3977-E9F3-98B3-6FEDD27795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434"/>
            <a:ext cx="914401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9C027F-3110-E607-F820-191C88BD4CC6}"/>
              </a:ext>
            </a:extLst>
          </p:cNvPr>
          <p:cNvCxnSpPr>
            <a:cxnSpLocks/>
          </p:cNvCxnSpPr>
          <p:nvPr/>
        </p:nvCxnSpPr>
        <p:spPr>
          <a:xfrm>
            <a:off x="3074144" y="494406"/>
            <a:ext cx="0" cy="4556779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75747E-B8C9-72CB-721D-0A0E4AD9E025}"/>
              </a:ext>
            </a:extLst>
          </p:cNvPr>
          <p:cNvCxnSpPr/>
          <p:nvPr/>
        </p:nvCxnSpPr>
        <p:spPr>
          <a:xfrm>
            <a:off x="0" y="475785"/>
            <a:ext cx="9140408" cy="0"/>
          </a:xfrm>
          <a:prstGeom prst="line">
            <a:avLst/>
          </a:prstGeom>
          <a:ln>
            <a:solidFill>
              <a:srgbClr val="C5DA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ABF3A90-EF88-D95F-C618-77A546A29D97}"/>
              </a:ext>
            </a:extLst>
          </p:cNvPr>
          <p:cNvSpPr txBox="1"/>
          <p:nvPr/>
        </p:nvSpPr>
        <p:spPr>
          <a:xfrm>
            <a:off x="196141" y="628405"/>
            <a:ext cx="2682002" cy="646331"/>
          </a:xfrm>
          <a:prstGeom prst="rect">
            <a:avLst/>
          </a:prstGeom>
          <a:solidFill>
            <a:srgbClr val="4D6E3E"/>
          </a:solidFill>
          <a:ln w="25400">
            <a:solidFill>
              <a:srgbClr val="24332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PRINCIPLES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F43DED1-C0D6-8876-C664-58F113541F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80294"/>
              </p:ext>
            </p:extLst>
          </p:nvPr>
        </p:nvGraphicFramePr>
        <p:xfrm>
          <a:off x="189887" y="1576411"/>
          <a:ext cx="2694511" cy="3087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26BEF1-DA8D-387E-9C7F-00357267D7B4}"/>
              </a:ext>
            </a:extLst>
          </p:cNvPr>
          <p:cNvSpPr/>
          <p:nvPr/>
        </p:nvSpPr>
        <p:spPr>
          <a:xfrm>
            <a:off x="3339629" y="951570"/>
            <a:ext cx="1732275" cy="414948"/>
          </a:xfrm>
          <a:prstGeom prst="roundRect">
            <a:avLst>
              <a:gd name="adj" fmla="val 47426"/>
            </a:avLst>
          </a:pr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and ingestion</a:t>
            </a:r>
            <a:endParaRPr lang="en-IN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023940-8687-F94B-B3A0-45FB299B2FF8}"/>
              </a:ext>
            </a:extLst>
          </p:cNvPr>
          <p:cNvGrpSpPr/>
          <p:nvPr/>
        </p:nvGrpSpPr>
        <p:grpSpPr>
          <a:xfrm>
            <a:off x="3290265" y="1500780"/>
            <a:ext cx="1831000" cy="553999"/>
            <a:chOff x="3337179" y="2017751"/>
            <a:chExt cx="2095881" cy="55399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4734A8-1E9D-EB4C-5AF5-5FE960CCB8A3}"/>
                </a:ext>
              </a:extLst>
            </p:cNvPr>
            <p:cNvSpPr/>
            <p:nvPr/>
          </p:nvSpPr>
          <p:spPr>
            <a:xfrm>
              <a:off x="3337179" y="2017751"/>
              <a:ext cx="2095868" cy="553999"/>
            </a:xfrm>
            <a:prstGeom prst="rect">
              <a:avLst/>
            </a:pr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149737-03FE-51BB-A9C2-6BDE8AF0B3DB}"/>
                </a:ext>
              </a:extLst>
            </p:cNvPr>
            <p:cNvSpPr txBox="1"/>
            <p:nvPr/>
          </p:nvSpPr>
          <p:spPr>
            <a:xfrm>
              <a:off x="3337180" y="2033135"/>
              <a:ext cx="2095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Accepts user’s voice/texts + Ingests Official Gazettes.</a:t>
              </a:r>
              <a:endPara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AC2E506-3A13-40B0-62A2-0B8FD70804FF}"/>
              </a:ext>
            </a:extLst>
          </p:cNvPr>
          <p:cNvSpPr/>
          <p:nvPr/>
        </p:nvSpPr>
        <p:spPr>
          <a:xfrm>
            <a:off x="3787707" y="2357384"/>
            <a:ext cx="1671675" cy="414948"/>
          </a:xfrm>
          <a:prstGeom prst="roundRect">
            <a:avLst>
              <a:gd name="adj" fmla="val 47426"/>
            </a:avLst>
          </a:pr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Translation</a:t>
            </a:r>
            <a:endParaRPr lang="en-IN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50F5304-C200-5005-F345-2F85919B938F}"/>
              </a:ext>
            </a:extLst>
          </p:cNvPr>
          <p:cNvGrpSpPr/>
          <p:nvPr/>
        </p:nvGrpSpPr>
        <p:grpSpPr>
          <a:xfrm>
            <a:off x="3575603" y="2906594"/>
            <a:ext cx="2095868" cy="553999"/>
            <a:chOff x="3575603" y="2906594"/>
            <a:chExt cx="2095868" cy="55399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386F267-9F52-4AA8-B11B-A6C96B7F3B16}"/>
                </a:ext>
              </a:extLst>
            </p:cNvPr>
            <p:cNvSpPr/>
            <p:nvPr/>
          </p:nvSpPr>
          <p:spPr>
            <a:xfrm>
              <a:off x="3575603" y="2906594"/>
              <a:ext cx="2095868" cy="553999"/>
            </a:xfrm>
            <a:prstGeom prst="rect">
              <a:avLst/>
            </a:pr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57E75F-24D4-7527-8390-8FDF80C90DCF}"/>
                </a:ext>
              </a:extLst>
            </p:cNvPr>
            <p:cNvSpPr txBox="1"/>
            <p:nvPr/>
          </p:nvSpPr>
          <p:spPr>
            <a:xfrm>
              <a:off x="3708045" y="2921978"/>
              <a:ext cx="1830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Converts regional query to English </a:t>
              </a:r>
              <a:r>
                <a:rPr lang="en-US" sz="11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</a:t>
              </a:r>
              <a:r>
                <a:rPr lang="en-US" sz="12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precise match.</a:t>
              </a:r>
              <a:endPara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01ED13F-2480-BE62-4D04-9AE306B82BB9}"/>
              </a:ext>
            </a:extLst>
          </p:cNvPr>
          <p:cNvSpPr/>
          <p:nvPr/>
        </p:nvSpPr>
        <p:spPr>
          <a:xfrm>
            <a:off x="5249731" y="3763198"/>
            <a:ext cx="1606448" cy="414948"/>
          </a:xfrm>
          <a:prstGeom prst="roundRect">
            <a:avLst>
              <a:gd name="adj" fmla="val 47426"/>
            </a:avLst>
          </a:pr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Scheme discovery</a:t>
            </a:r>
            <a:endParaRPr lang="en-IN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01C774A-DA04-D3FF-B29E-3D70828CBDA8}"/>
              </a:ext>
            </a:extLst>
          </p:cNvPr>
          <p:cNvGrpSpPr/>
          <p:nvPr/>
        </p:nvGrpSpPr>
        <p:grpSpPr>
          <a:xfrm>
            <a:off x="5207506" y="4312408"/>
            <a:ext cx="1690897" cy="553999"/>
            <a:chOff x="3337179" y="2017751"/>
            <a:chExt cx="2095881" cy="55399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919D144-6167-B9E1-43B4-24CC8F960D5E}"/>
                </a:ext>
              </a:extLst>
            </p:cNvPr>
            <p:cNvSpPr/>
            <p:nvPr/>
          </p:nvSpPr>
          <p:spPr>
            <a:xfrm>
              <a:off x="3337179" y="2017751"/>
              <a:ext cx="2095868" cy="553999"/>
            </a:xfrm>
            <a:prstGeom prst="rect">
              <a:avLst/>
            </a:pr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784A1A3-A406-2129-ABFA-9D3661383746}"/>
                </a:ext>
              </a:extLst>
            </p:cNvPr>
            <p:cNvSpPr txBox="1"/>
            <p:nvPr/>
          </p:nvSpPr>
          <p:spPr>
            <a:xfrm>
              <a:off x="3337180" y="2033135"/>
              <a:ext cx="2095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Retrieves relevant policy chunks with source.</a:t>
              </a:r>
              <a:endPara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88762F1-7DFB-B27B-E392-7EF350D688DF}"/>
              </a:ext>
            </a:extLst>
          </p:cNvPr>
          <p:cNvSpPr/>
          <p:nvPr/>
        </p:nvSpPr>
        <p:spPr>
          <a:xfrm>
            <a:off x="6769847" y="2357384"/>
            <a:ext cx="1574795" cy="414948"/>
          </a:xfrm>
          <a:prstGeom prst="roundRect">
            <a:avLst>
              <a:gd name="adj" fmla="val 47426"/>
            </a:avLst>
          </a:pr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Eligibility Check</a:t>
            </a:r>
            <a:endParaRPr lang="en-IN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B14877D-7A7D-9830-DA8C-34B84A0DE3C4}"/>
              </a:ext>
            </a:extLst>
          </p:cNvPr>
          <p:cNvGrpSpPr/>
          <p:nvPr/>
        </p:nvGrpSpPr>
        <p:grpSpPr>
          <a:xfrm>
            <a:off x="6627248" y="2906594"/>
            <a:ext cx="1859976" cy="553999"/>
            <a:chOff x="3337179" y="2017751"/>
            <a:chExt cx="2095868" cy="553999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422889-100B-29FF-99B3-5CB3F0389AC1}"/>
                </a:ext>
              </a:extLst>
            </p:cNvPr>
            <p:cNvSpPr/>
            <p:nvPr/>
          </p:nvSpPr>
          <p:spPr>
            <a:xfrm>
              <a:off x="3337179" y="2017751"/>
              <a:ext cx="2095868" cy="553999"/>
            </a:xfrm>
            <a:prstGeom prst="rect">
              <a:avLst/>
            </a:pr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0D2CA34-8FBD-F249-0854-F0888A9903F9}"/>
                </a:ext>
              </a:extLst>
            </p:cNvPr>
            <p:cNvSpPr txBox="1"/>
            <p:nvPr/>
          </p:nvSpPr>
          <p:spPr>
            <a:xfrm>
              <a:off x="3426948" y="2033135"/>
              <a:ext cx="1916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Verifies user data against retrieved rules.</a:t>
              </a:r>
              <a:endPara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6013AE1-F6BE-8ED4-E52F-074CD48F6703}"/>
              </a:ext>
            </a:extLst>
          </p:cNvPr>
          <p:cNvSpPr/>
          <p:nvPr/>
        </p:nvSpPr>
        <p:spPr>
          <a:xfrm>
            <a:off x="6986001" y="951570"/>
            <a:ext cx="1828287" cy="414948"/>
          </a:xfrm>
          <a:prstGeom prst="roundRect">
            <a:avLst>
              <a:gd name="adj" fmla="val 47426"/>
            </a:avLst>
          </a:prstGeom>
          <a:solidFill>
            <a:srgbClr val="D2E2CB"/>
          </a:solidFill>
          <a:ln>
            <a:solidFill>
              <a:srgbClr val="364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Delivery</a:t>
            </a:r>
            <a:endParaRPr lang="en-IN" dirty="0">
              <a:solidFill>
                <a:srgbClr val="2433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9D98434-516D-2AF9-CC26-2BAE9E394A5A}"/>
              </a:ext>
            </a:extLst>
          </p:cNvPr>
          <p:cNvGrpSpPr/>
          <p:nvPr/>
        </p:nvGrpSpPr>
        <p:grpSpPr>
          <a:xfrm>
            <a:off x="7054695" y="1500780"/>
            <a:ext cx="1690897" cy="553999"/>
            <a:chOff x="3337179" y="2017751"/>
            <a:chExt cx="2095881" cy="55399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33F4A67-ED4C-E103-8094-3639293D4C26}"/>
                </a:ext>
              </a:extLst>
            </p:cNvPr>
            <p:cNvSpPr/>
            <p:nvPr/>
          </p:nvSpPr>
          <p:spPr>
            <a:xfrm>
              <a:off x="3337179" y="2017751"/>
              <a:ext cx="2095868" cy="553999"/>
            </a:xfrm>
            <a:prstGeom prst="rect">
              <a:avLst/>
            </a:prstGeom>
            <a:noFill/>
            <a:ln w="63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6A38E65-C36E-0010-AFC5-D2A1ED1CFCB2}"/>
                </a:ext>
              </a:extLst>
            </p:cNvPr>
            <p:cNvSpPr txBox="1"/>
            <p:nvPr/>
          </p:nvSpPr>
          <p:spPr>
            <a:xfrm>
              <a:off x="3337180" y="2033135"/>
              <a:ext cx="2095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Translates cited answer back to user’s language.</a:t>
              </a:r>
              <a:endParaRPr lang="en-IN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7FF8772-8324-3B42-0312-36982E3970E7}"/>
              </a:ext>
            </a:extLst>
          </p:cNvPr>
          <p:cNvCxnSpPr>
            <a:cxnSpLocks/>
          </p:cNvCxnSpPr>
          <p:nvPr/>
        </p:nvCxnSpPr>
        <p:spPr>
          <a:xfrm flipH="1">
            <a:off x="3257728" y="2564858"/>
            <a:ext cx="529979" cy="0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F69098F-96FE-F927-4384-AE6EFAEEA25F}"/>
              </a:ext>
            </a:extLst>
          </p:cNvPr>
          <p:cNvCxnSpPr/>
          <p:nvPr/>
        </p:nvCxnSpPr>
        <p:spPr>
          <a:xfrm>
            <a:off x="3269419" y="2062485"/>
            <a:ext cx="0" cy="516885"/>
          </a:xfrm>
          <a:prstGeom prst="line">
            <a:avLst/>
          </a:prstGeom>
          <a:ln>
            <a:solidFill>
              <a:srgbClr val="4E5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28887B2-340F-6ECB-C851-CDFB057EFEE0}"/>
              </a:ext>
            </a:extLst>
          </p:cNvPr>
          <p:cNvGrpSpPr/>
          <p:nvPr/>
        </p:nvGrpSpPr>
        <p:grpSpPr>
          <a:xfrm>
            <a:off x="4677023" y="3463065"/>
            <a:ext cx="576670" cy="532548"/>
            <a:chOff x="4677023" y="3463065"/>
            <a:chExt cx="576670" cy="53254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FBB2D23-C68C-D1E2-AA4B-029D3F799674}"/>
                </a:ext>
              </a:extLst>
            </p:cNvPr>
            <p:cNvCxnSpPr/>
            <p:nvPr/>
          </p:nvCxnSpPr>
          <p:spPr>
            <a:xfrm>
              <a:off x="4688714" y="3463065"/>
              <a:ext cx="0" cy="532548"/>
            </a:xfrm>
            <a:prstGeom prst="line">
              <a:avLst/>
            </a:prstGeom>
            <a:ln>
              <a:solidFill>
                <a:srgbClr val="4E584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3C40F36-9C5F-6EDF-92F7-195C2AD1DD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65358" y="3701625"/>
              <a:ext cx="0" cy="576670"/>
            </a:xfrm>
            <a:prstGeom prst="line">
              <a:avLst/>
            </a:prstGeom>
            <a:ln>
              <a:solidFill>
                <a:srgbClr val="4E5842"/>
              </a:solidFill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D9C7134-F750-42CB-014F-31942FB561DC}"/>
              </a:ext>
            </a:extLst>
          </p:cNvPr>
          <p:cNvCxnSpPr>
            <a:cxnSpLocks/>
          </p:cNvCxnSpPr>
          <p:nvPr/>
        </p:nvCxnSpPr>
        <p:spPr>
          <a:xfrm>
            <a:off x="6852203" y="3994323"/>
            <a:ext cx="532548" cy="0"/>
          </a:xfrm>
          <a:prstGeom prst="line">
            <a:avLst/>
          </a:prstGeom>
          <a:ln>
            <a:solidFill>
              <a:srgbClr val="4E5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68BB0F1-20D5-8DA8-2478-F5CDCED72FB6}"/>
              </a:ext>
            </a:extLst>
          </p:cNvPr>
          <p:cNvCxnSpPr>
            <a:cxnSpLocks/>
          </p:cNvCxnSpPr>
          <p:nvPr/>
        </p:nvCxnSpPr>
        <p:spPr>
          <a:xfrm>
            <a:off x="7379098" y="3468290"/>
            <a:ext cx="0" cy="537724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BF7E06C-4596-C7D4-BAA9-8C3E04AF3CF0}"/>
              </a:ext>
            </a:extLst>
          </p:cNvPr>
          <p:cNvCxnSpPr>
            <a:cxnSpLocks/>
          </p:cNvCxnSpPr>
          <p:nvPr/>
        </p:nvCxnSpPr>
        <p:spPr>
          <a:xfrm>
            <a:off x="8361705" y="2602230"/>
            <a:ext cx="532548" cy="0"/>
          </a:xfrm>
          <a:prstGeom prst="line">
            <a:avLst/>
          </a:prstGeom>
          <a:ln>
            <a:solidFill>
              <a:srgbClr val="4E5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D2885D9-53E7-12CA-5361-5E811908B922}"/>
              </a:ext>
            </a:extLst>
          </p:cNvPr>
          <p:cNvCxnSpPr>
            <a:cxnSpLocks/>
          </p:cNvCxnSpPr>
          <p:nvPr/>
        </p:nvCxnSpPr>
        <p:spPr>
          <a:xfrm>
            <a:off x="8888600" y="2076197"/>
            <a:ext cx="0" cy="537724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3" name="Picture 92">
            <a:extLst>
              <a:ext uri="{FF2B5EF4-FFF2-40B4-BE49-F238E27FC236}">
                <a16:creationId xmlns:a16="http://schemas.microsoft.com/office/drawing/2014/main" id="{A65829F0-B238-A76F-8573-D37631A2CB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938" y="906719"/>
            <a:ext cx="395687" cy="39568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591CFB2-0F4E-918B-F00E-68BABF6BC9F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290204" y="2226475"/>
            <a:ext cx="395687" cy="395687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2845C18-9B3E-6ED1-2D36-218EB611DE6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15365" y="3475364"/>
            <a:ext cx="395687" cy="39568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D094ADA7-7B08-8E56-C019-81A8CB45DD4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70189" y="2226475"/>
            <a:ext cx="395687" cy="39568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066AB24-3DDC-4553-7024-C0D6D60543A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88157" y="906719"/>
            <a:ext cx="395687" cy="395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B1A135-CB45-65AF-FA78-7B1400FE91D3}"/>
              </a:ext>
            </a:extLst>
          </p:cNvPr>
          <p:cNvSpPr txBox="1"/>
          <p:nvPr/>
        </p:nvSpPr>
        <p:spPr>
          <a:xfrm>
            <a:off x="4294570" y="9732"/>
            <a:ext cx="215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364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2842862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3F0A134-E773-6A98-075E-C1CF36F3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>
            <a:extLst>
              <a:ext uri="{FF2B5EF4-FFF2-40B4-BE49-F238E27FC236}">
                <a16:creationId xmlns:a16="http://schemas.microsoft.com/office/drawing/2014/main" id="{94D7600B-BD72-7771-3864-ED6FB2237B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0DC6E71-1415-77E5-18FB-17627AB893D7}"/>
              </a:ext>
            </a:extLst>
          </p:cNvPr>
          <p:cNvCxnSpPr/>
          <p:nvPr/>
        </p:nvCxnSpPr>
        <p:spPr>
          <a:xfrm>
            <a:off x="0" y="475785"/>
            <a:ext cx="9140408" cy="0"/>
          </a:xfrm>
          <a:prstGeom prst="line">
            <a:avLst/>
          </a:prstGeom>
          <a:ln>
            <a:solidFill>
              <a:srgbClr val="C5DA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FE91CEB-FF72-F0EC-3B22-CF1602BEA6A1}"/>
              </a:ext>
            </a:extLst>
          </p:cNvPr>
          <p:cNvGrpSpPr/>
          <p:nvPr/>
        </p:nvGrpSpPr>
        <p:grpSpPr>
          <a:xfrm>
            <a:off x="843493" y="640506"/>
            <a:ext cx="7425656" cy="4407363"/>
            <a:chOff x="843493" y="640506"/>
            <a:chExt cx="7425656" cy="440736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8D84B84-623F-1B0D-8936-CD91F87BAD18}"/>
                </a:ext>
              </a:extLst>
            </p:cNvPr>
            <p:cNvGrpSpPr/>
            <p:nvPr/>
          </p:nvGrpSpPr>
          <p:grpSpPr>
            <a:xfrm>
              <a:off x="2104187" y="2793965"/>
              <a:ext cx="2746619" cy="2253904"/>
              <a:chOff x="1643268" y="2793965"/>
              <a:chExt cx="2746619" cy="2253904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F615D06-AD31-2714-BA2A-5A19F749D770}"/>
                  </a:ext>
                </a:extLst>
              </p:cNvPr>
              <p:cNvGrpSpPr/>
              <p:nvPr/>
            </p:nvGrpSpPr>
            <p:grpSpPr>
              <a:xfrm>
                <a:off x="1643268" y="2793965"/>
                <a:ext cx="2746619" cy="1730684"/>
                <a:chOff x="1643268" y="2793965"/>
                <a:chExt cx="2746619" cy="1730684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237DAFF3-89E8-051D-44D2-331024E789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43268" y="2793965"/>
                  <a:ext cx="2746619" cy="1730684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2A116352-01AD-B5CB-CE8B-0098D410E75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1965719" y="2894554"/>
                  <a:ext cx="2135108" cy="1438820"/>
                </a:xfrm>
                <a:prstGeom prst="rect">
                  <a:avLst/>
                </a:prstGeom>
              </p:spPr>
            </p:pic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525FB9-4090-71A9-0B85-ADFFF805340D}"/>
                  </a:ext>
                </a:extLst>
              </p:cNvPr>
              <p:cNvSpPr txBox="1"/>
              <p:nvPr/>
            </p:nvSpPr>
            <p:spPr>
              <a:xfrm>
                <a:off x="1643268" y="4524649"/>
                <a:ext cx="27466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i="1" dirty="0">
                    <a:solidFill>
                      <a:srgbClr val="243328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Query Response (Drift Detection) under 2.7 seconds.</a:t>
                </a: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9C14A11-DF2E-1B13-FB55-D74B3A412A88}"/>
                </a:ext>
              </a:extLst>
            </p:cNvPr>
            <p:cNvGrpSpPr/>
            <p:nvPr/>
          </p:nvGrpSpPr>
          <p:grpSpPr>
            <a:xfrm>
              <a:off x="5235175" y="2793965"/>
              <a:ext cx="3033974" cy="1997786"/>
              <a:chOff x="4774256" y="2793965"/>
              <a:chExt cx="3033974" cy="1997786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3AA1EFD-C33E-3EED-7CEB-298A216FD99E}"/>
                  </a:ext>
                </a:extLst>
              </p:cNvPr>
              <p:cNvGrpSpPr/>
              <p:nvPr/>
            </p:nvGrpSpPr>
            <p:grpSpPr>
              <a:xfrm>
                <a:off x="4917935" y="2793965"/>
                <a:ext cx="2746619" cy="1730684"/>
                <a:chOff x="1517720" y="3188663"/>
                <a:chExt cx="2746619" cy="1730684"/>
              </a:xfrm>
            </p:grpSpPr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E32CFBD0-A26C-37BA-E2CA-C22F95501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17720" y="3188663"/>
                  <a:ext cx="2746619" cy="1730684"/>
                </a:xfrm>
                <a:prstGeom prst="rect">
                  <a:avLst/>
                </a:prstGeom>
              </p:spPr>
            </p:pic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1D4B9E5A-3EF5-C101-EA2E-5C34418414F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6"/>
                <a:srcRect/>
                <a:stretch/>
              </p:blipFill>
              <p:spPr>
                <a:xfrm>
                  <a:off x="1824416" y="3296171"/>
                  <a:ext cx="2156459" cy="1394501"/>
                </a:xfrm>
                <a:prstGeom prst="rect">
                  <a:avLst/>
                </a:prstGeom>
              </p:spPr>
            </p:pic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1B82E5-E6D8-C7A4-DE69-FCA0F58B20AA}"/>
                  </a:ext>
                </a:extLst>
              </p:cNvPr>
              <p:cNvSpPr txBox="1"/>
              <p:nvPr/>
            </p:nvSpPr>
            <p:spPr>
              <a:xfrm>
                <a:off x="4774256" y="4483974"/>
                <a:ext cx="30339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rgbClr val="243328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WhatsApp Integration</a:t>
                </a:r>
                <a:endParaRPr lang="en-IN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140BF66-9AFE-637D-CA38-18F1BBD628C8}"/>
                </a:ext>
              </a:extLst>
            </p:cNvPr>
            <p:cNvGrpSpPr/>
            <p:nvPr/>
          </p:nvGrpSpPr>
          <p:grpSpPr>
            <a:xfrm>
              <a:off x="3686086" y="640506"/>
              <a:ext cx="3323409" cy="2253904"/>
              <a:chOff x="3225167" y="640506"/>
              <a:chExt cx="3323409" cy="225390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4CF1900-16EB-1680-675A-2B4AF3DB291E}"/>
                  </a:ext>
                </a:extLst>
              </p:cNvPr>
              <p:cNvGrpSpPr/>
              <p:nvPr/>
            </p:nvGrpSpPr>
            <p:grpSpPr>
              <a:xfrm>
                <a:off x="3513562" y="640506"/>
                <a:ext cx="2746619" cy="1730684"/>
                <a:chOff x="537600" y="1082630"/>
                <a:chExt cx="2746619" cy="1730684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39DC46F9-E210-54DA-40F9-69C0B4C1D0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7600" y="1082630"/>
                  <a:ext cx="2746619" cy="1730684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80BD504D-8F4A-9147-BFBC-27D3CBD8D8A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7"/>
                <a:srcRect/>
                <a:stretch/>
              </p:blipFill>
              <p:spPr>
                <a:xfrm>
                  <a:off x="835660" y="1174654"/>
                  <a:ext cx="2156459" cy="1428942"/>
                </a:xfrm>
                <a:prstGeom prst="rect">
                  <a:avLst/>
                </a:prstGeom>
              </p:spPr>
            </p:pic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91DF910-5E56-2F8B-F088-E51E34C538EC}"/>
                  </a:ext>
                </a:extLst>
              </p:cNvPr>
              <p:cNvSpPr txBox="1"/>
              <p:nvPr/>
            </p:nvSpPr>
            <p:spPr>
              <a:xfrm>
                <a:off x="3225167" y="2371190"/>
                <a:ext cx="332340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rgbClr val="243328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Main interface(Dark Theme). Left sidebar shows previous chat sessions.</a:t>
                </a:r>
                <a:endParaRPr lang="en-IN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CF2954C-45E9-D095-1528-7BBDC1DCAAAB}"/>
                </a:ext>
              </a:extLst>
            </p:cNvPr>
            <p:cNvGrpSpPr/>
            <p:nvPr/>
          </p:nvGrpSpPr>
          <p:grpSpPr>
            <a:xfrm>
              <a:off x="843493" y="640506"/>
              <a:ext cx="2746619" cy="1996609"/>
              <a:chOff x="5516211" y="2782209"/>
              <a:chExt cx="2746619" cy="1996609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15D1FF3-4537-2031-1659-757E4D5995CC}"/>
                  </a:ext>
                </a:extLst>
              </p:cNvPr>
              <p:cNvGrpSpPr/>
              <p:nvPr/>
            </p:nvGrpSpPr>
            <p:grpSpPr>
              <a:xfrm>
                <a:off x="5516211" y="2782209"/>
                <a:ext cx="2746619" cy="1730684"/>
                <a:chOff x="5405235" y="2782209"/>
                <a:chExt cx="2746619" cy="1730684"/>
              </a:xfrm>
            </p:grpSpPr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312EF200-40DF-ACC8-8469-B754D1FA7E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05235" y="2782209"/>
                  <a:ext cx="2746619" cy="1730684"/>
                </a:xfrm>
                <a:prstGeom prst="rect">
                  <a:avLst/>
                </a:prstGeom>
              </p:spPr>
            </p:pic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7D5F6B41-4121-A84C-DD15-CB1BB94C6CE5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8"/>
                <a:srcRect/>
                <a:stretch/>
              </p:blipFill>
              <p:spPr>
                <a:xfrm>
                  <a:off x="5709989" y="2885782"/>
                  <a:ext cx="2160340" cy="1402372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B4C9F3B-0653-E63D-45DF-47DBB0CBDD93}"/>
                  </a:ext>
                </a:extLst>
              </p:cNvPr>
              <p:cNvSpPr txBox="1"/>
              <p:nvPr/>
            </p:nvSpPr>
            <p:spPr>
              <a:xfrm>
                <a:off x="5516211" y="4471041"/>
                <a:ext cx="27466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rgbClr val="243328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Login Page</a:t>
                </a:r>
                <a:endParaRPr lang="en-IN" dirty="0">
                  <a:solidFill>
                    <a:srgbClr val="24332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A1F65EE-F9B0-605D-B4BD-6DDC6A5BC7E1}"/>
              </a:ext>
            </a:extLst>
          </p:cNvPr>
          <p:cNvSpPr txBox="1"/>
          <p:nvPr/>
        </p:nvSpPr>
        <p:spPr>
          <a:xfrm>
            <a:off x="7182201" y="4835310"/>
            <a:ext cx="2015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*These specimen are AI generated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D8502B-A142-6E81-1E27-31EE29CB87C3}"/>
              </a:ext>
            </a:extLst>
          </p:cNvPr>
          <p:cNvSpPr txBox="1"/>
          <p:nvPr/>
        </p:nvSpPr>
        <p:spPr>
          <a:xfrm>
            <a:off x="4303427" y="36501"/>
            <a:ext cx="215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364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087354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F062CF99-E5C9-4F2A-8CC9-410D4DDD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>
            <a:extLst>
              <a:ext uri="{FF2B5EF4-FFF2-40B4-BE49-F238E27FC236}">
                <a16:creationId xmlns:a16="http://schemas.microsoft.com/office/drawing/2014/main" id="{86D0E4A3-AEED-4C07-FF2A-1CA8CEECCF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F8B078-E022-5B27-47EE-5C87576C52EB}"/>
              </a:ext>
            </a:extLst>
          </p:cNvPr>
          <p:cNvCxnSpPr/>
          <p:nvPr/>
        </p:nvCxnSpPr>
        <p:spPr>
          <a:xfrm>
            <a:off x="0" y="475785"/>
            <a:ext cx="9140408" cy="0"/>
          </a:xfrm>
          <a:prstGeom prst="line">
            <a:avLst/>
          </a:prstGeom>
          <a:ln>
            <a:solidFill>
              <a:srgbClr val="C5DA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CF1801-8168-035E-9C07-3CBACA229B67}"/>
              </a:ext>
            </a:extLst>
          </p:cNvPr>
          <p:cNvSpPr/>
          <p:nvPr/>
        </p:nvSpPr>
        <p:spPr>
          <a:xfrm>
            <a:off x="2561394" y="1235405"/>
            <a:ext cx="2216820" cy="3328224"/>
          </a:xfrm>
          <a:prstGeom prst="roundRect">
            <a:avLst/>
          </a:prstGeom>
          <a:solidFill>
            <a:srgbClr val="FDFEFC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A78CB467-D93F-E993-2FC9-66E1108CB146}"/>
              </a:ext>
            </a:extLst>
          </p:cNvPr>
          <p:cNvSpPr/>
          <p:nvPr/>
        </p:nvSpPr>
        <p:spPr>
          <a:xfrm>
            <a:off x="5502101" y="1198458"/>
            <a:ext cx="2333713" cy="3404299"/>
          </a:xfrm>
          <a:prstGeom prst="roundRect">
            <a:avLst/>
          </a:prstGeom>
          <a:solidFill>
            <a:srgbClr val="FDFEFC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73D3ECB-B3F0-73E0-BDBA-295591CC60C9}"/>
              </a:ext>
            </a:extLst>
          </p:cNvPr>
          <p:cNvGrpSpPr/>
          <p:nvPr/>
        </p:nvGrpSpPr>
        <p:grpSpPr>
          <a:xfrm>
            <a:off x="101831" y="607865"/>
            <a:ext cx="2559949" cy="996741"/>
            <a:chOff x="20551" y="628185"/>
            <a:chExt cx="2559949" cy="996741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08500390-C933-6DC7-819F-61C6A3E933A3}"/>
                </a:ext>
              </a:extLst>
            </p:cNvPr>
            <p:cNvSpPr/>
            <p:nvPr/>
          </p:nvSpPr>
          <p:spPr>
            <a:xfrm>
              <a:off x="70324" y="628185"/>
              <a:ext cx="2404758" cy="996741"/>
            </a:xfrm>
            <a:prstGeom prst="roundRect">
              <a:avLst/>
            </a:prstGeom>
            <a:solidFill>
              <a:srgbClr val="DFEADA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414822-22BA-B0FB-1D6E-0B2DE94CDA83}"/>
                </a:ext>
              </a:extLst>
            </p:cNvPr>
            <p:cNvSpPr txBox="1"/>
            <p:nvPr/>
          </p:nvSpPr>
          <p:spPr>
            <a:xfrm>
              <a:off x="1044289" y="689149"/>
              <a:ext cx="1339197" cy="307777"/>
            </a:xfrm>
            <a:prstGeom prst="rect">
              <a:avLst/>
            </a:prstGeom>
            <a:solidFill>
              <a:srgbClr val="4D6E3E"/>
            </a:solidFill>
            <a:ln w="25400">
              <a:solidFill>
                <a:srgbClr val="364C3C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Channels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A92577-9413-B276-F374-E831CEFEE166}"/>
                </a:ext>
              </a:extLst>
            </p:cNvPr>
            <p:cNvSpPr txBox="1"/>
            <p:nvPr/>
          </p:nvSpPr>
          <p:spPr>
            <a:xfrm>
              <a:off x="20551" y="1109646"/>
              <a:ext cx="2559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Sources:</a:t>
              </a:r>
              <a:r>
                <a:rPr lang="en-US" sz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Website, WhatsApp, SMS.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Format:</a:t>
              </a:r>
              <a:r>
                <a:rPr lang="en-US" sz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Voice (Audio) or Text.</a:t>
              </a: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BB4FEC-C05A-8E6A-1784-C692A452DAD5}"/>
              </a:ext>
            </a:extLst>
          </p:cNvPr>
          <p:cNvSpPr/>
          <p:nvPr/>
        </p:nvSpPr>
        <p:spPr>
          <a:xfrm>
            <a:off x="251100" y="2164160"/>
            <a:ext cx="2216819" cy="899592"/>
          </a:xfrm>
          <a:prstGeom prst="roundRect">
            <a:avLst/>
          </a:prstGeom>
          <a:solidFill>
            <a:srgbClr val="DFEADA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A6F55A-BBF9-341E-D700-EA4CF9EF4DAC}"/>
              </a:ext>
            </a:extLst>
          </p:cNvPr>
          <p:cNvSpPr txBox="1"/>
          <p:nvPr/>
        </p:nvSpPr>
        <p:spPr>
          <a:xfrm>
            <a:off x="984495" y="2212901"/>
            <a:ext cx="1339197" cy="307777"/>
          </a:xfrm>
          <a:prstGeom prst="rect">
            <a:avLst/>
          </a:prstGeom>
          <a:solidFill>
            <a:srgbClr val="4D6E3E"/>
          </a:solidFill>
          <a:ln w="25400">
            <a:solidFill>
              <a:srgbClr val="364C3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Layer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47597C-A188-76A5-A69F-0348CC1CBEDF}"/>
              </a:ext>
            </a:extLst>
          </p:cNvPr>
          <p:cNvSpPr txBox="1"/>
          <p:nvPr/>
        </p:nvSpPr>
        <p:spPr>
          <a:xfrm>
            <a:off x="317558" y="2640095"/>
            <a:ext cx="242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Authentication.</a:t>
            </a:r>
            <a:endParaRPr lang="en-US" sz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Session Management.</a:t>
            </a:r>
            <a:endParaRPr lang="en-US" sz="12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AD6BB9-4CF4-ED4E-163F-39EA4F0FB6C2}"/>
              </a:ext>
            </a:extLst>
          </p:cNvPr>
          <p:cNvSpPr/>
          <p:nvPr/>
        </p:nvSpPr>
        <p:spPr>
          <a:xfrm>
            <a:off x="640843" y="3490629"/>
            <a:ext cx="2216818" cy="1018018"/>
          </a:xfrm>
          <a:prstGeom prst="roundRect">
            <a:avLst/>
          </a:prstGeom>
          <a:solidFill>
            <a:srgbClr val="DFEADA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E2DED5-12F9-7B27-5BBC-6704DE083A1C}"/>
              </a:ext>
            </a:extLst>
          </p:cNvPr>
          <p:cNvSpPr txBox="1"/>
          <p:nvPr/>
        </p:nvSpPr>
        <p:spPr>
          <a:xfrm>
            <a:off x="1253937" y="3554611"/>
            <a:ext cx="1473117" cy="307777"/>
          </a:xfrm>
          <a:prstGeom prst="rect">
            <a:avLst/>
          </a:prstGeom>
          <a:solidFill>
            <a:srgbClr val="4D6E3E"/>
          </a:solidFill>
          <a:ln w="25400">
            <a:solidFill>
              <a:srgbClr val="364C3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Ingestion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E8DEF9-53D8-C300-081C-355DAFD7AC42}"/>
              </a:ext>
            </a:extLst>
          </p:cNvPr>
          <p:cNvSpPr txBox="1"/>
          <p:nvPr/>
        </p:nvSpPr>
        <p:spPr>
          <a:xfrm>
            <a:off x="693379" y="4043755"/>
            <a:ext cx="2400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Transcribe:</a:t>
            </a:r>
            <a:r>
              <a:rPr lang="en-IN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Audio ➔ Text.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Translate:</a:t>
            </a:r>
            <a:r>
              <a:rPr lang="en-IN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Regional ➔ English.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2764C8-7D7F-5F4D-4801-AE8950988EBC}"/>
              </a:ext>
            </a:extLst>
          </p:cNvPr>
          <p:cNvSpPr txBox="1"/>
          <p:nvPr/>
        </p:nvSpPr>
        <p:spPr>
          <a:xfrm>
            <a:off x="3830509" y="4247186"/>
            <a:ext cx="777240" cy="246221"/>
          </a:xfrm>
          <a:prstGeom prst="rect">
            <a:avLst/>
          </a:prstGeom>
          <a:solidFill>
            <a:srgbClr val="74A65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5C9B289-F470-6A82-D5A0-D052690DDB70}"/>
              </a:ext>
            </a:extLst>
          </p:cNvPr>
          <p:cNvGrpSpPr/>
          <p:nvPr/>
        </p:nvGrpSpPr>
        <p:grpSpPr>
          <a:xfrm>
            <a:off x="5732816" y="3290580"/>
            <a:ext cx="2133004" cy="935743"/>
            <a:chOff x="5621530" y="3663990"/>
            <a:chExt cx="2133004" cy="935743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F8C1662-3C1A-FB14-276A-F2605A21318C}"/>
                </a:ext>
              </a:extLst>
            </p:cNvPr>
            <p:cNvSpPr/>
            <p:nvPr/>
          </p:nvSpPr>
          <p:spPr>
            <a:xfrm>
              <a:off x="5621530" y="3663990"/>
              <a:ext cx="2133004" cy="899592"/>
            </a:xfrm>
            <a:prstGeom prst="roundRect">
              <a:avLst/>
            </a:prstGeom>
            <a:solidFill>
              <a:srgbClr val="DFEADA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24F23A3-0228-CDEF-C14C-6A3463196906}"/>
                </a:ext>
              </a:extLst>
            </p:cNvPr>
            <p:cNvSpPr txBox="1"/>
            <p:nvPr/>
          </p:nvSpPr>
          <p:spPr>
            <a:xfrm>
              <a:off x="6288386" y="3710151"/>
              <a:ext cx="1339197" cy="307777"/>
            </a:xfrm>
            <a:prstGeom prst="rect">
              <a:avLst/>
            </a:prstGeom>
            <a:solidFill>
              <a:srgbClr val="4D6E3E"/>
            </a:solidFill>
            <a:ln w="25400">
              <a:solidFill>
                <a:srgbClr val="364C3C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FDFEF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Delivery Layer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4A2976C-1085-9368-C02C-1A501B4B83DA}"/>
                </a:ext>
              </a:extLst>
            </p:cNvPr>
            <p:cNvSpPr txBox="1"/>
            <p:nvPr/>
          </p:nvSpPr>
          <p:spPr>
            <a:xfrm>
              <a:off x="5656736" y="4138068"/>
              <a:ext cx="20154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</a:t>
              </a:r>
              <a:r>
                <a:rPr lang="en-US" sz="1200" i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Eligibility: "Yes”/”No”</a:t>
              </a:r>
              <a:r>
                <a:rPr lang="en-US" sz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Format:</a:t>
              </a:r>
              <a:r>
                <a:rPr lang="en-US" sz="1200" dirty="0">
                  <a:solidFill>
                    <a:srgbClr val="364C3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 Local Language.</a:t>
              </a:r>
              <a:endParaRPr lang="en-US" sz="1050" b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849E478-63EE-C6B4-EF60-7292175826D5}"/>
              </a:ext>
            </a:extLst>
          </p:cNvPr>
          <p:cNvSpPr/>
          <p:nvPr/>
        </p:nvSpPr>
        <p:spPr>
          <a:xfrm>
            <a:off x="2963792" y="2098142"/>
            <a:ext cx="2307249" cy="899592"/>
          </a:xfrm>
          <a:prstGeom prst="roundRect">
            <a:avLst/>
          </a:prstGeom>
          <a:solidFill>
            <a:srgbClr val="DFEADA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AE4832-BB59-B99E-E079-4DF9AE581DF8}"/>
              </a:ext>
            </a:extLst>
          </p:cNvPr>
          <p:cNvSpPr txBox="1"/>
          <p:nvPr/>
        </p:nvSpPr>
        <p:spPr>
          <a:xfrm>
            <a:off x="3569924" y="2192193"/>
            <a:ext cx="1339197" cy="307777"/>
          </a:xfrm>
          <a:prstGeom prst="rect">
            <a:avLst/>
          </a:prstGeom>
          <a:solidFill>
            <a:srgbClr val="4D6E3E"/>
          </a:solidFill>
          <a:ln w="25400">
            <a:solidFill>
              <a:srgbClr val="364C3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DFE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 Store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E9C7AF-A8E1-3ED0-EB69-A441BDA4010F}"/>
              </a:ext>
            </a:extLst>
          </p:cNvPr>
          <p:cNvSpPr txBox="1"/>
          <p:nvPr/>
        </p:nvSpPr>
        <p:spPr>
          <a:xfrm>
            <a:off x="2912438" y="2566011"/>
            <a:ext cx="2183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Stores Scheme Embeddings.</a:t>
            </a:r>
            <a:r>
              <a:rPr lang="en-US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Semantic Search</a:t>
            </a:r>
            <a:endParaRPr lang="en-US" sz="105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66CAADF-D6A5-A97A-8F60-77D27703A10E}"/>
              </a:ext>
            </a:extLst>
          </p:cNvPr>
          <p:cNvSpPr/>
          <p:nvPr/>
        </p:nvSpPr>
        <p:spPr>
          <a:xfrm>
            <a:off x="3041035" y="3194722"/>
            <a:ext cx="2307250" cy="1000620"/>
          </a:xfrm>
          <a:prstGeom prst="roundRect">
            <a:avLst/>
          </a:prstGeom>
          <a:solidFill>
            <a:srgbClr val="DFEADA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18B3D9-CA83-D086-3649-54DBAAADED48}"/>
              </a:ext>
            </a:extLst>
          </p:cNvPr>
          <p:cNvSpPr txBox="1"/>
          <p:nvPr/>
        </p:nvSpPr>
        <p:spPr>
          <a:xfrm>
            <a:off x="3620782" y="3266323"/>
            <a:ext cx="1620429" cy="307777"/>
          </a:xfrm>
          <a:prstGeom prst="rect">
            <a:avLst/>
          </a:prstGeom>
          <a:solidFill>
            <a:srgbClr val="4D6E3E"/>
          </a:solidFill>
          <a:ln w="25400">
            <a:solidFill>
              <a:srgbClr val="364C3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DFE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 Engine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872D68-C980-A980-0D4C-5796A499E4A1}"/>
              </a:ext>
            </a:extLst>
          </p:cNvPr>
          <p:cNvSpPr txBox="1"/>
          <p:nvPr/>
        </p:nvSpPr>
        <p:spPr>
          <a:xfrm>
            <a:off x="3015557" y="3728831"/>
            <a:ext cx="2427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</a:t>
            </a:r>
            <a:r>
              <a:rPr lang="en-IN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Claude 4.5 Sonnet.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</a:t>
            </a:r>
            <a:r>
              <a:rPr lang="en-IN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Validates Eligibility Rules.</a:t>
            </a:r>
            <a:endParaRPr lang="en-US" sz="105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41F6981-DE18-8103-2B36-5A2FDAB8561B}"/>
              </a:ext>
            </a:extLst>
          </p:cNvPr>
          <p:cNvSpPr/>
          <p:nvPr/>
        </p:nvSpPr>
        <p:spPr>
          <a:xfrm>
            <a:off x="2660453" y="808045"/>
            <a:ext cx="2058729" cy="954768"/>
          </a:xfrm>
          <a:prstGeom prst="roundRect">
            <a:avLst/>
          </a:prstGeom>
          <a:solidFill>
            <a:srgbClr val="DFEADA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453A4B-253C-DD77-5A6D-C08E94494323}"/>
              </a:ext>
            </a:extLst>
          </p:cNvPr>
          <p:cNvSpPr txBox="1"/>
          <p:nvPr/>
        </p:nvSpPr>
        <p:spPr>
          <a:xfrm>
            <a:off x="3250457" y="863215"/>
            <a:ext cx="1339197" cy="307777"/>
          </a:xfrm>
          <a:prstGeom prst="rect">
            <a:avLst/>
          </a:prstGeom>
          <a:solidFill>
            <a:srgbClr val="4D6E3E"/>
          </a:solidFill>
          <a:ln w="25400">
            <a:solidFill>
              <a:srgbClr val="364C3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DFE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Orchestrator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B8728B-CCD4-0C3F-CEC9-86E6EBF5464B}"/>
              </a:ext>
            </a:extLst>
          </p:cNvPr>
          <p:cNvSpPr txBox="1"/>
          <p:nvPr/>
        </p:nvSpPr>
        <p:spPr>
          <a:xfrm>
            <a:off x="2693489" y="1286684"/>
            <a:ext cx="1908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Routes API traffic.</a:t>
            </a:r>
            <a:r>
              <a:rPr lang="fr-FR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Manages session context</a:t>
            </a:r>
            <a:endParaRPr lang="en-US" sz="11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0333E0B-209F-077C-B880-E7748C7F2B19}"/>
              </a:ext>
            </a:extLst>
          </p:cNvPr>
          <p:cNvSpPr/>
          <p:nvPr/>
        </p:nvSpPr>
        <p:spPr>
          <a:xfrm>
            <a:off x="6100974" y="2161463"/>
            <a:ext cx="2626814" cy="967808"/>
          </a:xfrm>
          <a:prstGeom prst="roundRect">
            <a:avLst/>
          </a:prstGeom>
          <a:solidFill>
            <a:srgbClr val="DFEADA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6FB56C-0629-8C24-B981-61BCE695D3B6}"/>
              </a:ext>
            </a:extLst>
          </p:cNvPr>
          <p:cNvSpPr txBox="1"/>
          <p:nvPr/>
        </p:nvSpPr>
        <p:spPr>
          <a:xfrm>
            <a:off x="6980996" y="2208534"/>
            <a:ext cx="1339197" cy="307777"/>
          </a:xfrm>
          <a:prstGeom prst="rect">
            <a:avLst/>
          </a:prstGeom>
          <a:solidFill>
            <a:srgbClr val="4D6E3E"/>
          </a:solidFill>
          <a:ln w="25400">
            <a:solidFill>
              <a:srgbClr val="364C3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DFE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11FB3B-1A65-8629-3A4F-BA61295AD016}"/>
              </a:ext>
            </a:extLst>
          </p:cNvPr>
          <p:cNvSpPr txBox="1"/>
          <p:nvPr/>
        </p:nvSpPr>
        <p:spPr>
          <a:xfrm>
            <a:off x="6107189" y="2685386"/>
            <a:ext cx="2763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Analytics:</a:t>
            </a:r>
            <a:r>
              <a:rPr lang="en-US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"Most Searched Schemes".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Drift:</a:t>
            </a:r>
            <a:r>
              <a:rPr lang="en-US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"Policy Gap Detection"</a:t>
            </a:r>
            <a:endParaRPr lang="en-US" sz="105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A253EA6-6CCF-93AC-3209-20504B4034D9}"/>
              </a:ext>
            </a:extLst>
          </p:cNvPr>
          <p:cNvSpPr/>
          <p:nvPr/>
        </p:nvSpPr>
        <p:spPr>
          <a:xfrm>
            <a:off x="5734286" y="863215"/>
            <a:ext cx="2626814" cy="994968"/>
          </a:xfrm>
          <a:prstGeom prst="roundRect">
            <a:avLst/>
          </a:prstGeom>
          <a:solidFill>
            <a:srgbClr val="DFEADA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B14B2A-04DD-4C37-B7FA-EEEFBD710142}"/>
              </a:ext>
            </a:extLst>
          </p:cNvPr>
          <p:cNvSpPr txBox="1"/>
          <p:nvPr/>
        </p:nvSpPr>
        <p:spPr>
          <a:xfrm>
            <a:off x="6608183" y="911400"/>
            <a:ext cx="1339197" cy="307777"/>
          </a:xfrm>
          <a:prstGeom prst="rect">
            <a:avLst/>
          </a:prstGeom>
          <a:solidFill>
            <a:srgbClr val="4D6E3E"/>
          </a:solidFill>
          <a:ln w="25400">
            <a:solidFill>
              <a:srgbClr val="364C3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DFE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Traceability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0EFA4D-98E8-235A-412C-0552D1861680}"/>
              </a:ext>
            </a:extLst>
          </p:cNvPr>
          <p:cNvSpPr txBox="1"/>
          <p:nvPr/>
        </p:nvSpPr>
        <p:spPr>
          <a:xfrm>
            <a:off x="5861543" y="1404928"/>
            <a:ext cx="2763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Logs &amp; Debugging.</a:t>
            </a:r>
            <a:r>
              <a:rPr lang="en-US" sz="1200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364C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Monitoring (Latency).</a:t>
            </a:r>
            <a:endParaRPr lang="en-US" sz="1000" dirty="0">
              <a:solidFill>
                <a:srgbClr val="364C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D9CA85-1323-D9D6-87CB-D9DFAED6C8C8}"/>
              </a:ext>
            </a:extLst>
          </p:cNvPr>
          <p:cNvSpPr txBox="1"/>
          <p:nvPr/>
        </p:nvSpPr>
        <p:spPr>
          <a:xfrm>
            <a:off x="6900188" y="4262426"/>
            <a:ext cx="777240" cy="246221"/>
          </a:xfrm>
          <a:prstGeom prst="rect">
            <a:avLst/>
          </a:prstGeom>
          <a:solidFill>
            <a:srgbClr val="74A65E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solidFill>
                  <a:srgbClr val="2433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1D9E9EB-9676-1A3A-3C8D-F164CED122D9}"/>
              </a:ext>
            </a:extLst>
          </p:cNvPr>
          <p:cNvCxnSpPr>
            <a:cxnSpLocks/>
          </p:cNvCxnSpPr>
          <p:nvPr/>
        </p:nvCxnSpPr>
        <p:spPr>
          <a:xfrm flipV="1">
            <a:off x="1299832" y="1595648"/>
            <a:ext cx="0" cy="551575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9FC1776-077B-9723-1BA6-92BCCB9E7F12}"/>
              </a:ext>
            </a:extLst>
          </p:cNvPr>
          <p:cNvCxnSpPr>
            <a:cxnSpLocks/>
          </p:cNvCxnSpPr>
          <p:nvPr/>
        </p:nvCxnSpPr>
        <p:spPr>
          <a:xfrm flipV="1">
            <a:off x="1396397" y="3073914"/>
            <a:ext cx="0" cy="410758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38910F5-683E-1EB8-7539-27C1CB6A9F27}"/>
              </a:ext>
            </a:extLst>
          </p:cNvPr>
          <p:cNvCxnSpPr>
            <a:cxnSpLocks/>
          </p:cNvCxnSpPr>
          <p:nvPr/>
        </p:nvCxnSpPr>
        <p:spPr>
          <a:xfrm flipH="1">
            <a:off x="2716305" y="1722311"/>
            <a:ext cx="0" cy="1762884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B88F6A2-3FAF-3A0A-9050-07C279B5BF8E}"/>
              </a:ext>
            </a:extLst>
          </p:cNvPr>
          <p:cNvCxnSpPr>
            <a:cxnSpLocks/>
          </p:cNvCxnSpPr>
          <p:nvPr/>
        </p:nvCxnSpPr>
        <p:spPr>
          <a:xfrm flipV="1">
            <a:off x="3647810" y="1767723"/>
            <a:ext cx="0" cy="340017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8F1FFF6-EC92-3AD4-8038-3B86E551E8CD}"/>
              </a:ext>
            </a:extLst>
          </p:cNvPr>
          <p:cNvCxnSpPr>
            <a:cxnSpLocks/>
          </p:cNvCxnSpPr>
          <p:nvPr/>
        </p:nvCxnSpPr>
        <p:spPr>
          <a:xfrm flipV="1">
            <a:off x="3830509" y="3038759"/>
            <a:ext cx="0" cy="140504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E0E8D43-E43F-2247-24A9-4D659E43EBFD}"/>
              </a:ext>
            </a:extLst>
          </p:cNvPr>
          <p:cNvCxnSpPr>
            <a:cxnSpLocks/>
          </p:cNvCxnSpPr>
          <p:nvPr/>
        </p:nvCxnSpPr>
        <p:spPr>
          <a:xfrm flipH="1">
            <a:off x="5358565" y="3600815"/>
            <a:ext cx="360582" cy="0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05AF66D-4495-C753-FC84-4B2398A6D3D0}"/>
              </a:ext>
            </a:extLst>
          </p:cNvPr>
          <p:cNvCxnSpPr>
            <a:cxnSpLocks/>
          </p:cNvCxnSpPr>
          <p:nvPr/>
        </p:nvCxnSpPr>
        <p:spPr>
          <a:xfrm flipH="1">
            <a:off x="7069270" y="3140318"/>
            <a:ext cx="0" cy="137422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E9E603F-0DD5-B02C-903B-38F6DD4F68DB}"/>
              </a:ext>
            </a:extLst>
          </p:cNvPr>
          <p:cNvCxnSpPr>
            <a:cxnSpLocks/>
          </p:cNvCxnSpPr>
          <p:nvPr/>
        </p:nvCxnSpPr>
        <p:spPr>
          <a:xfrm>
            <a:off x="7035443" y="1884237"/>
            <a:ext cx="0" cy="261521"/>
          </a:xfrm>
          <a:prstGeom prst="line">
            <a:avLst/>
          </a:prstGeom>
          <a:ln>
            <a:solidFill>
              <a:srgbClr val="4E5842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A3B4259-45E4-E846-2737-E3AF5C8749B6}"/>
              </a:ext>
            </a:extLst>
          </p:cNvPr>
          <p:cNvGrpSpPr/>
          <p:nvPr/>
        </p:nvGrpSpPr>
        <p:grpSpPr>
          <a:xfrm>
            <a:off x="478412" y="4653594"/>
            <a:ext cx="7601232" cy="402216"/>
            <a:chOff x="478412" y="4676454"/>
            <a:chExt cx="7601232" cy="402216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C5D98E0-4DE8-B14C-ABB5-7EDF49580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78412" y="4676454"/>
              <a:ext cx="402216" cy="402216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AD8F1C6-7082-C1E1-7C71-F69841B19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44487" y="4694737"/>
              <a:ext cx="313241" cy="365651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1D2E0EF-546F-7DED-1E67-B4DD489FC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721587" y="4694737"/>
              <a:ext cx="365651" cy="365651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267D9D4D-BF21-5576-EAEF-4D566F02A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2351097" y="4713023"/>
              <a:ext cx="862187" cy="329079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5B428CA9-3AD0-5B72-4E82-68E0FA17F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3477143" y="4676454"/>
              <a:ext cx="402216" cy="402216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B83CC06-157C-9496-442E-B90007ED6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4143218" y="4738761"/>
              <a:ext cx="726827" cy="277602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31C1B97D-848A-0CDB-5ABB-49DB53F1E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133904" y="4711357"/>
              <a:ext cx="318002" cy="332410"/>
            </a:xfrm>
            <a:prstGeom prst="rect">
              <a:avLst/>
            </a:prstGeom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3DFD956A-A230-BCA4-9E79-DC2C43570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5715765" y="4694737"/>
              <a:ext cx="365651" cy="365651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8BA33CBC-2FDF-A2E3-4F4B-C03B37C5C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45275" y="4676454"/>
              <a:ext cx="402216" cy="402216"/>
            </a:xfrm>
            <a:prstGeom prst="rect">
              <a:avLst/>
            </a:prstGeom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09CF0A50-D6A3-A075-68F0-DD6FCF9B2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7011350" y="4676454"/>
              <a:ext cx="402216" cy="402216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457ABBB1-2BC5-74F7-33F5-92D857B64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7677428" y="4676454"/>
              <a:ext cx="402216" cy="402216"/>
            </a:xfrm>
            <a:prstGeom prst="rect">
              <a:avLst/>
            </a:prstGeom>
          </p:spPr>
        </p:pic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id="{37E71AC6-B13C-B903-57BB-2991C990493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7232" y="657603"/>
            <a:ext cx="421438" cy="421438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AD1545B8-6FDB-EA2D-9D9A-991BC1AFD50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59190" y="2189546"/>
            <a:ext cx="421438" cy="421438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5DCD6F04-33EC-58DC-0DE5-F62388F3491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34903" y="3529373"/>
            <a:ext cx="421438" cy="421438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5F287B-C7B0-5041-BF1F-22386107A478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3138749" y="3251736"/>
            <a:ext cx="421438" cy="421438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2EB54919-5ECA-B5EE-8E0A-F966C532AAC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039738" y="2166073"/>
            <a:ext cx="421438" cy="42143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756A2368-5812-E802-71E3-CDA3CF8F1F91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5841426" y="3331956"/>
            <a:ext cx="421438" cy="421438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65F9E6E8-C9F3-4144-DDEA-4BC530D542EE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6266284" y="2209020"/>
            <a:ext cx="421438" cy="421438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C49CABBC-C1D6-3D73-E8F1-C651722167C7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870697" y="917177"/>
            <a:ext cx="421438" cy="421438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71EDC4C4-9474-8E96-F5B2-C07F7E664BF3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2747894" y="838467"/>
            <a:ext cx="421438" cy="421438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F3D454DF-FCAA-C3A3-1955-B046B201B437}"/>
              </a:ext>
            </a:extLst>
          </p:cNvPr>
          <p:cNvSpPr txBox="1"/>
          <p:nvPr/>
        </p:nvSpPr>
        <p:spPr>
          <a:xfrm>
            <a:off x="4020815" y="2481936"/>
            <a:ext cx="11835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DynamoDB, Lambda)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275F30D-357A-9C2D-9AF9-B7D53EBCD996}"/>
              </a:ext>
            </a:extLst>
          </p:cNvPr>
          <p:cNvSpPr txBox="1"/>
          <p:nvPr/>
        </p:nvSpPr>
        <p:spPr>
          <a:xfrm>
            <a:off x="1561925" y="965002"/>
            <a:ext cx="9166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API Gateway)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2D29FB9-4166-68EA-C37D-0C2B4A9FC3DC}"/>
              </a:ext>
            </a:extLst>
          </p:cNvPr>
          <p:cNvSpPr txBox="1"/>
          <p:nvPr/>
        </p:nvSpPr>
        <p:spPr>
          <a:xfrm>
            <a:off x="1600753" y="2525066"/>
            <a:ext cx="103939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Cognito, IAM)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05D030B-0940-13F6-CACA-17678F4D1034}"/>
              </a:ext>
            </a:extLst>
          </p:cNvPr>
          <p:cNvSpPr txBox="1"/>
          <p:nvPr/>
        </p:nvSpPr>
        <p:spPr>
          <a:xfrm>
            <a:off x="1974322" y="3855635"/>
            <a:ext cx="103939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Transcribe)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EB9AD22-C6EE-A67A-F850-259999CFA73E}"/>
              </a:ext>
            </a:extLst>
          </p:cNvPr>
          <p:cNvSpPr txBox="1"/>
          <p:nvPr/>
        </p:nvSpPr>
        <p:spPr>
          <a:xfrm>
            <a:off x="4218674" y="3576450"/>
            <a:ext cx="126401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Bedrock, Amazon Q)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B6BF6BD-DA28-B771-50B4-9FF123015276}"/>
              </a:ext>
            </a:extLst>
          </p:cNvPr>
          <p:cNvSpPr txBox="1"/>
          <p:nvPr/>
        </p:nvSpPr>
        <p:spPr>
          <a:xfrm>
            <a:off x="3735240" y="1170761"/>
            <a:ext cx="11835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API Gateway)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AA921CD-B615-7469-9134-E844FFDBF7B3}"/>
              </a:ext>
            </a:extLst>
          </p:cNvPr>
          <p:cNvSpPr txBox="1"/>
          <p:nvPr/>
        </p:nvSpPr>
        <p:spPr>
          <a:xfrm>
            <a:off x="7176207" y="3625562"/>
            <a:ext cx="11835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SNS)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73C0BF9-FB19-967C-E0BC-3E7879AC41CF}"/>
              </a:ext>
            </a:extLst>
          </p:cNvPr>
          <p:cNvSpPr txBox="1"/>
          <p:nvPr/>
        </p:nvSpPr>
        <p:spPr>
          <a:xfrm>
            <a:off x="7653721" y="2502412"/>
            <a:ext cx="11835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</a:t>
            </a:r>
            <a:r>
              <a:rPr lang="en-IN" sz="6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QuickSight</a:t>
            </a:r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48EE56E-37C8-6BF3-E76A-D49F04E1EA95}"/>
              </a:ext>
            </a:extLst>
          </p:cNvPr>
          <p:cNvSpPr txBox="1"/>
          <p:nvPr/>
        </p:nvSpPr>
        <p:spPr>
          <a:xfrm>
            <a:off x="7157134" y="1226291"/>
            <a:ext cx="96701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(Amazon CloudWatch)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1F3AC24-2E05-606C-415E-283C366FC9DC}"/>
              </a:ext>
            </a:extLst>
          </p:cNvPr>
          <p:cNvSpPr txBox="1"/>
          <p:nvPr/>
        </p:nvSpPr>
        <p:spPr>
          <a:xfrm>
            <a:off x="4107045" y="19466"/>
            <a:ext cx="2899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solidFill>
                  <a:srgbClr val="364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51608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13C5B63-9A0E-2628-5A1E-D0290396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>
            <a:extLst>
              <a:ext uri="{FF2B5EF4-FFF2-40B4-BE49-F238E27FC236}">
                <a16:creationId xmlns:a16="http://schemas.microsoft.com/office/drawing/2014/main" id="{B8F240CD-89B7-A8EB-DB2C-5E5E9B2C1D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A94774E-9844-B06A-179E-33CB563D3694}"/>
              </a:ext>
            </a:extLst>
          </p:cNvPr>
          <p:cNvCxnSpPr/>
          <p:nvPr/>
        </p:nvCxnSpPr>
        <p:spPr>
          <a:xfrm>
            <a:off x="0" y="438615"/>
            <a:ext cx="9140408" cy="0"/>
          </a:xfrm>
          <a:prstGeom prst="line">
            <a:avLst/>
          </a:prstGeom>
          <a:ln>
            <a:solidFill>
              <a:srgbClr val="C5DA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1AE3C8-4782-F0B9-184F-CFF74AA62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932105"/>
              </p:ext>
            </p:extLst>
          </p:nvPr>
        </p:nvGraphicFramePr>
        <p:xfrm>
          <a:off x="66908" y="550964"/>
          <a:ext cx="8950714" cy="4465320"/>
        </p:xfrm>
        <a:graphic>
          <a:graphicData uri="http://schemas.openxmlformats.org/drawingml/2006/table">
            <a:tbl>
              <a:tblPr firstRow="1" bandRow="1"/>
              <a:tblGrid>
                <a:gridCol w="1790143">
                  <a:extLst>
                    <a:ext uri="{9D8B030D-6E8A-4147-A177-3AD203B41FA5}">
                      <a16:colId xmlns:a16="http://schemas.microsoft.com/office/drawing/2014/main" val="3395328333"/>
                    </a:ext>
                  </a:extLst>
                </a:gridCol>
                <a:gridCol w="2278364">
                  <a:extLst>
                    <a:ext uri="{9D8B030D-6E8A-4147-A177-3AD203B41FA5}">
                      <a16:colId xmlns:a16="http://schemas.microsoft.com/office/drawing/2014/main" val="1507596294"/>
                    </a:ext>
                  </a:extLst>
                </a:gridCol>
                <a:gridCol w="1452301">
                  <a:extLst>
                    <a:ext uri="{9D8B030D-6E8A-4147-A177-3AD203B41FA5}">
                      <a16:colId xmlns:a16="http://schemas.microsoft.com/office/drawing/2014/main" val="3587438125"/>
                    </a:ext>
                  </a:extLst>
                </a:gridCol>
                <a:gridCol w="1639763">
                  <a:extLst>
                    <a:ext uri="{9D8B030D-6E8A-4147-A177-3AD203B41FA5}">
                      <a16:colId xmlns:a16="http://schemas.microsoft.com/office/drawing/2014/main" val="2170830689"/>
                    </a:ext>
                  </a:extLst>
                </a:gridCol>
                <a:gridCol w="1790143">
                  <a:extLst>
                    <a:ext uri="{9D8B030D-6E8A-4147-A177-3AD203B41FA5}">
                      <a16:colId xmlns:a16="http://schemas.microsoft.com/office/drawing/2014/main" val="1479189933"/>
                    </a:ext>
                  </a:extLst>
                </a:gridCol>
              </a:tblGrid>
              <a:tr h="537304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</a:t>
                      </a:r>
                    </a:p>
                    <a:p>
                      <a:pPr algn="ctr"/>
                      <a: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Benefit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</a:t>
                      </a:r>
                      <a:b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(Why not?)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</a:t>
                      </a:r>
                    </a:p>
                    <a:p>
                      <a:pPr algn="ctr"/>
                      <a:r>
                        <a:rPr lang="en-IN" sz="1800" b="1" dirty="0">
                          <a:solidFill>
                            <a:srgbClr val="24332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(Monthly)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645584"/>
                  </a:ext>
                </a:extLst>
              </a:tr>
              <a:tr h="41999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Reasoning Core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Amazon Bedrock </a:t>
                      </a:r>
                      <a:r>
                        <a:rPr lang="en-IN" sz="8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(Claude 4.5 sonnet)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Highest Accuracy on ambiguous legal criteria.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Llama 3(Open Source; Risk of hallucination in govt data).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$3.50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814554"/>
                  </a:ext>
                </a:extLst>
              </a:tr>
              <a:tr h="36640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Vector DB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Amazon Dynamo DB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Massive cost savings. Scale-ready via Zero- ETL to OpenSearch.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 Search Serverless ($350/month- 1400x savings)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$.0.25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3020"/>
                  </a:ext>
                </a:extLst>
              </a:tr>
              <a:tr h="35413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AWS Lambda </a:t>
                      </a:r>
                      <a:r>
                        <a:rPr lang="en-IN" sz="8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(Python)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Zero idle cost; Scales to 1m queries instantly.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EC2 instances (wasted budget on 24/7  idle servers).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$0.05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434509"/>
                  </a:ext>
                </a:extLst>
              </a:tr>
              <a:tr h="43245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Voice/Input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Amazon Transcribe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Native Indian dialect support.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OpenAI whisper (Data Sovereignty and privacy concerns).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$1.50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83969"/>
                  </a:ext>
                </a:extLst>
              </a:tr>
              <a:tr h="39655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Embeddings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Titan Text v2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1536-dim vectors optimized for semantic search.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Pinecone (Adds vendor complexity and latency).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$0.10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977668"/>
                  </a:ext>
                </a:extLst>
              </a:tr>
              <a:tr h="31320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 and Logic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React + Python </a:t>
                      </a:r>
                      <a:r>
                        <a:rPr lang="en-IN" sz="8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(Fast API)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Cross-platform UI + Async performance.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Flutter/Node.js (Python libraries are superior for AI).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$0.00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024552"/>
                  </a:ext>
                </a:extLst>
              </a:tr>
              <a:tr h="313204"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solidFill>
                          <a:srgbClr val="364C3C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solidFill>
                          <a:srgbClr val="364C3C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rgbClr val="364C3C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i="1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MONTHLY MVP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~$10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426138"/>
                  </a:ext>
                </a:extLst>
              </a:tr>
              <a:tr h="367629"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solidFill>
                          <a:srgbClr val="364C3C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solidFill>
                          <a:srgbClr val="364C3C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rgbClr val="364C3C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 i="1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PRODUCTION COST (ESTIMATED)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~$750 </a:t>
                      </a:r>
                      <a:r>
                        <a:rPr lang="en-IN" sz="800" dirty="0">
                          <a:solidFill>
                            <a:srgbClr val="364C3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($0.0007 per query)</a:t>
                      </a:r>
                    </a:p>
                  </a:txBody>
                  <a:tcPr>
                    <a:solidFill>
                      <a:srgbClr val="DF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3202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1C4D9E-5095-CA77-F83E-0972E7C6C2AE}"/>
              </a:ext>
            </a:extLst>
          </p:cNvPr>
          <p:cNvSpPr txBox="1"/>
          <p:nvPr/>
        </p:nvSpPr>
        <p:spPr>
          <a:xfrm>
            <a:off x="4396170" y="0"/>
            <a:ext cx="215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364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61653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723FE2C-BDE7-9874-B23A-91441BFB4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>
            <a:extLst>
              <a:ext uri="{FF2B5EF4-FFF2-40B4-BE49-F238E27FC236}">
                <a16:creationId xmlns:a16="http://schemas.microsoft.com/office/drawing/2014/main" id="{4F40BB85-4062-D4B0-06C2-3B7B0615F2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84CF626-48FA-BB48-58B5-E8E18156DC5C}"/>
              </a:ext>
            </a:extLst>
          </p:cNvPr>
          <p:cNvCxnSpPr/>
          <p:nvPr/>
        </p:nvCxnSpPr>
        <p:spPr>
          <a:xfrm>
            <a:off x="0" y="475785"/>
            <a:ext cx="9140408" cy="0"/>
          </a:xfrm>
          <a:prstGeom prst="line">
            <a:avLst/>
          </a:prstGeom>
          <a:ln>
            <a:solidFill>
              <a:srgbClr val="C5DA8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F213F7-5438-4756-D31A-A3C032586004}"/>
              </a:ext>
            </a:extLst>
          </p:cNvPr>
          <p:cNvCxnSpPr>
            <a:cxnSpLocks/>
          </p:cNvCxnSpPr>
          <p:nvPr/>
        </p:nvCxnSpPr>
        <p:spPr>
          <a:xfrm flipV="1">
            <a:off x="4938535" y="541020"/>
            <a:ext cx="0" cy="443484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9B48EA-5F38-7CF0-27C6-A5F86E92EDB0}"/>
              </a:ext>
            </a:extLst>
          </p:cNvPr>
          <p:cNvGrpSpPr/>
          <p:nvPr/>
        </p:nvGrpSpPr>
        <p:grpSpPr>
          <a:xfrm>
            <a:off x="297180" y="640824"/>
            <a:ext cx="3985259" cy="4125579"/>
            <a:chOff x="297180" y="640824"/>
            <a:chExt cx="3985259" cy="412557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AA6195-FC3C-E57E-56DA-75D3C9E27438}"/>
                </a:ext>
              </a:extLst>
            </p:cNvPr>
            <p:cNvSpPr txBox="1"/>
            <p:nvPr/>
          </p:nvSpPr>
          <p:spPr>
            <a:xfrm>
              <a:off x="508878" y="640824"/>
              <a:ext cx="3561862" cy="369332"/>
            </a:xfrm>
            <a:prstGeom prst="rect">
              <a:avLst/>
            </a:prstGeom>
            <a:solidFill>
              <a:srgbClr val="4D6E3E"/>
            </a:solidFill>
            <a:ln w="25400">
              <a:solidFill>
                <a:srgbClr val="24332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INFRASTRCUTURE MODEL</a:t>
              </a:r>
              <a:endPara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C21554F2-D6B7-5079-8084-F3B7CEFE552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23191406"/>
                </p:ext>
              </p:extLst>
            </p:nvPr>
          </p:nvGraphicFramePr>
          <p:xfrm>
            <a:off x="297180" y="1175194"/>
            <a:ext cx="3985259" cy="359120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37DDDB-8E7D-A785-04D5-59509E73D1E4}"/>
              </a:ext>
            </a:extLst>
          </p:cNvPr>
          <p:cNvGrpSpPr/>
          <p:nvPr/>
        </p:nvGrpSpPr>
        <p:grpSpPr>
          <a:xfrm>
            <a:off x="5594631" y="541020"/>
            <a:ext cx="3090637" cy="4790752"/>
            <a:chOff x="5167911" y="541020"/>
            <a:chExt cx="3090637" cy="47907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673156E-1F6E-D354-03ED-D68A8099CCD4}"/>
                </a:ext>
              </a:extLst>
            </p:cNvPr>
            <p:cNvGrpSpPr/>
            <p:nvPr/>
          </p:nvGrpSpPr>
          <p:grpSpPr>
            <a:xfrm>
              <a:off x="5167911" y="541020"/>
              <a:ext cx="3090637" cy="4790752"/>
              <a:chOff x="9149332" y="783565"/>
              <a:chExt cx="3090637" cy="416126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561B6AD-DD55-7792-9CC9-26139FF28097}"/>
                  </a:ext>
                </a:extLst>
              </p:cNvPr>
              <p:cNvSpPr/>
              <p:nvPr/>
            </p:nvSpPr>
            <p:spPr>
              <a:xfrm>
                <a:off x="9149332" y="783565"/>
                <a:ext cx="3090637" cy="4161264"/>
              </a:xfrm>
              <a:prstGeom prst="rect">
                <a:avLst/>
              </a:prstGeom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Arrow: Quad 16">
                <a:extLst>
                  <a:ext uri="{FF2B5EF4-FFF2-40B4-BE49-F238E27FC236}">
                    <a16:creationId xmlns:a16="http://schemas.microsoft.com/office/drawing/2014/main" id="{6A7C2C61-7525-E32F-6155-981F563104F3}"/>
                  </a:ext>
                </a:extLst>
              </p:cNvPr>
              <p:cNvSpPr/>
              <p:nvPr/>
            </p:nvSpPr>
            <p:spPr>
              <a:xfrm>
                <a:off x="9149332" y="1318878"/>
                <a:ext cx="3090637" cy="3090637"/>
              </a:xfrm>
              <a:prstGeom prst="quadArrow">
                <a:avLst>
                  <a:gd name="adj1" fmla="val 2000"/>
                  <a:gd name="adj2" fmla="val 4000"/>
                  <a:gd name="adj3" fmla="val 5000"/>
                </a:avLst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288EDF-FB73-22B4-ED37-8DB133B52E47}"/>
                  </a:ext>
                </a:extLst>
              </p:cNvPr>
              <p:cNvSpPr/>
              <p:nvPr/>
            </p:nvSpPr>
            <p:spPr>
              <a:xfrm>
                <a:off x="9295143" y="1519769"/>
                <a:ext cx="1346415" cy="1236254"/>
              </a:xfrm>
              <a:custGeom>
                <a:avLst/>
                <a:gdLst>
                  <a:gd name="connsiteX0" fmla="*/ 0 w 1236254"/>
                  <a:gd name="connsiteY0" fmla="*/ 206046 h 1236254"/>
                  <a:gd name="connsiteX1" fmla="*/ 206046 w 1236254"/>
                  <a:gd name="connsiteY1" fmla="*/ 0 h 1236254"/>
                  <a:gd name="connsiteX2" fmla="*/ 1030208 w 1236254"/>
                  <a:gd name="connsiteY2" fmla="*/ 0 h 1236254"/>
                  <a:gd name="connsiteX3" fmla="*/ 1236254 w 1236254"/>
                  <a:gd name="connsiteY3" fmla="*/ 206046 h 1236254"/>
                  <a:gd name="connsiteX4" fmla="*/ 1236254 w 1236254"/>
                  <a:gd name="connsiteY4" fmla="*/ 1030208 h 1236254"/>
                  <a:gd name="connsiteX5" fmla="*/ 1030208 w 1236254"/>
                  <a:gd name="connsiteY5" fmla="*/ 1236254 h 1236254"/>
                  <a:gd name="connsiteX6" fmla="*/ 206046 w 1236254"/>
                  <a:gd name="connsiteY6" fmla="*/ 1236254 h 1236254"/>
                  <a:gd name="connsiteX7" fmla="*/ 0 w 1236254"/>
                  <a:gd name="connsiteY7" fmla="*/ 1030208 h 1236254"/>
                  <a:gd name="connsiteX8" fmla="*/ 0 w 1236254"/>
                  <a:gd name="connsiteY8" fmla="*/ 206046 h 1236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6254" h="1236254">
                    <a:moveTo>
                      <a:pt x="0" y="206046"/>
                    </a:moveTo>
                    <a:cubicBezTo>
                      <a:pt x="0" y="92250"/>
                      <a:pt x="92250" y="0"/>
                      <a:pt x="206046" y="0"/>
                    </a:cubicBezTo>
                    <a:lnTo>
                      <a:pt x="1030208" y="0"/>
                    </a:lnTo>
                    <a:cubicBezTo>
                      <a:pt x="1144004" y="0"/>
                      <a:pt x="1236254" y="92250"/>
                      <a:pt x="1236254" y="206046"/>
                    </a:cubicBezTo>
                    <a:lnTo>
                      <a:pt x="1236254" y="1030208"/>
                    </a:lnTo>
                    <a:cubicBezTo>
                      <a:pt x="1236254" y="1144004"/>
                      <a:pt x="1144004" y="1236254"/>
                      <a:pt x="1030208" y="1236254"/>
                    </a:cubicBezTo>
                    <a:lnTo>
                      <a:pt x="206046" y="1236254"/>
                    </a:lnTo>
                    <a:cubicBezTo>
                      <a:pt x="92250" y="1236254"/>
                      <a:pt x="0" y="1144004"/>
                      <a:pt x="0" y="1030208"/>
                    </a:cubicBezTo>
                    <a:lnTo>
                      <a:pt x="0" y="206046"/>
                    </a:lnTo>
                    <a:close/>
                  </a:path>
                </a:pathLst>
              </a:custGeom>
              <a:solidFill>
                <a:srgbClr val="364C3C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7499" tIns="117499" rIns="117499" bIns="117499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Trust and Transparency: 100% citation-backed answers eliminate misinformation.</a:t>
                </a:r>
                <a:endParaRPr lang="en-IN" sz="1200" kern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702406F-EE2A-2A80-42CC-1DB58E5A983A}"/>
                  </a:ext>
                </a:extLst>
              </p:cNvPr>
              <p:cNvSpPr/>
              <p:nvPr/>
            </p:nvSpPr>
            <p:spPr>
              <a:xfrm>
                <a:off x="10747742" y="1519769"/>
                <a:ext cx="1346415" cy="1236254"/>
              </a:xfrm>
              <a:custGeom>
                <a:avLst/>
                <a:gdLst>
                  <a:gd name="connsiteX0" fmla="*/ 0 w 1236254"/>
                  <a:gd name="connsiteY0" fmla="*/ 206046 h 1236254"/>
                  <a:gd name="connsiteX1" fmla="*/ 206046 w 1236254"/>
                  <a:gd name="connsiteY1" fmla="*/ 0 h 1236254"/>
                  <a:gd name="connsiteX2" fmla="*/ 1030208 w 1236254"/>
                  <a:gd name="connsiteY2" fmla="*/ 0 h 1236254"/>
                  <a:gd name="connsiteX3" fmla="*/ 1236254 w 1236254"/>
                  <a:gd name="connsiteY3" fmla="*/ 206046 h 1236254"/>
                  <a:gd name="connsiteX4" fmla="*/ 1236254 w 1236254"/>
                  <a:gd name="connsiteY4" fmla="*/ 1030208 h 1236254"/>
                  <a:gd name="connsiteX5" fmla="*/ 1030208 w 1236254"/>
                  <a:gd name="connsiteY5" fmla="*/ 1236254 h 1236254"/>
                  <a:gd name="connsiteX6" fmla="*/ 206046 w 1236254"/>
                  <a:gd name="connsiteY6" fmla="*/ 1236254 h 1236254"/>
                  <a:gd name="connsiteX7" fmla="*/ 0 w 1236254"/>
                  <a:gd name="connsiteY7" fmla="*/ 1030208 h 1236254"/>
                  <a:gd name="connsiteX8" fmla="*/ 0 w 1236254"/>
                  <a:gd name="connsiteY8" fmla="*/ 206046 h 1236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6254" h="1236254">
                    <a:moveTo>
                      <a:pt x="0" y="206046"/>
                    </a:moveTo>
                    <a:cubicBezTo>
                      <a:pt x="0" y="92250"/>
                      <a:pt x="92250" y="0"/>
                      <a:pt x="206046" y="0"/>
                    </a:cubicBezTo>
                    <a:lnTo>
                      <a:pt x="1030208" y="0"/>
                    </a:lnTo>
                    <a:cubicBezTo>
                      <a:pt x="1144004" y="0"/>
                      <a:pt x="1236254" y="92250"/>
                      <a:pt x="1236254" y="206046"/>
                    </a:cubicBezTo>
                    <a:lnTo>
                      <a:pt x="1236254" y="1030208"/>
                    </a:lnTo>
                    <a:cubicBezTo>
                      <a:pt x="1236254" y="1144004"/>
                      <a:pt x="1144004" y="1236254"/>
                      <a:pt x="1030208" y="1236254"/>
                    </a:cubicBezTo>
                    <a:lnTo>
                      <a:pt x="206046" y="1236254"/>
                    </a:lnTo>
                    <a:cubicBezTo>
                      <a:pt x="92250" y="1236254"/>
                      <a:pt x="0" y="1144004"/>
                      <a:pt x="0" y="1030208"/>
                    </a:cubicBezTo>
                    <a:lnTo>
                      <a:pt x="0" y="206046"/>
                    </a:lnTo>
                    <a:close/>
                  </a:path>
                </a:pathLst>
              </a:custGeom>
              <a:solidFill>
                <a:srgbClr val="507058"/>
              </a:solidFill>
              <a:ln>
                <a:solidFill>
                  <a:srgbClr val="364C3C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7499" tIns="117499" rIns="117499" bIns="117499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Economic Velocity: Unlocks ₹80,000 Cr in unclaimed welfare funds annually.</a:t>
                </a:r>
                <a:endParaRPr lang="en-IN" sz="1200" kern="12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49DE1D3-0F04-80D6-5AEF-D40DC3E817AD}"/>
                  </a:ext>
                </a:extLst>
              </p:cNvPr>
              <p:cNvSpPr/>
              <p:nvPr/>
            </p:nvSpPr>
            <p:spPr>
              <a:xfrm>
                <a:off x="9295143" y="2972369"/>
                <a:ext cx="1346415" cy="1236254"/>
              </a:xfrm>
              <a:custGeom>
                <a:avLst/>
                <a:gdLst>
                  <a:gd name="connsiteX0" fmla="*/ 0 w 1236254"/>
                  <a:gd name="connsiteY0" fmla="*/ 206046 h 1236254"/>
                  <a:gd name="connsiteX1" fmla="*/ 206046 w 1236254"/>
                  <a:gd name="connsiteY1" fmla="*/ 0 h 1236254"/>
                  <a:gd name="connsiteX2" fmla="*/ 1030208 w 1236254"/>
                  <a:gd name="connsiteY2" fmla="*/ 0 h 1236254"/>
                  <a:gd name="connsiteX3" fmla="*/ 1236254 w 1236254"/>
                  <a:gd name="connsiteY3" fmla="*/ 206046 h 1236254"/>
                  <a:gd name="connsiteX4" fmla="*/ 1236254 w 1236254"/>
                  <a:gd name="connsiteY4" fmla="*/ 1030208 h 1236254"/>
                  <a:gd name="connsiteX5" fmla="*/ 1030208 w 1236254"/>
                  <a:gd name="connsiteY5" fmla="*/ 1236254 h 1236254"/>
                  <a:gd name="connsiteX6" fmla="*/ 206046 w 1236254"/>
                  <a:gd name="connsiteY6" fmla="*/ 1236254 h 1236254"/>
                  <a:gd name="connsiteX7" fmla="*/ 0 w 1236254"/>
                  <a:gd name="connsiteY7" fmla="*/ 1030208 h 1236254"/>
                  <a:gd name="connsiteX8" fmla="*/ 0 w 1236254"/>
                  <a:gd name="connsiteY8" fmla="*/ 206046 h 1236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6254" h="1236254">
                    <a:moveTo>
                      <a:pt x="0" y="206046"/>
                    </a:moveTo>
                    <a:cubicBezTo>
                      <a:pt x="0" y="92250"/>
                      <a:pt x="92250" y="0"/>
                      <a:pt x="206046" y="0"/>
                    </a:cubicBezTo>
                    <a:lnTo>
                      <a:pt x="1030208" y="0"/>
                    </a:lnTo>
                    <a:cubicBezTo>
                      <a:pt x="1144004" y="0"/>
                      <a:pt x="1236254" y="92250"/>
                      <a:pt x="1236254" y="206046"/>
                    </a:cubicBezTo>
                    <a:lnTo>
                      <a:pt x="1236254" y="1030208"/>
                    </a:lnTo>
                    <a:cubicBezTo>
                      <a:pt x="1236254" y="1144004"/>
                      <a:pt x="1144004" y="1236254"/>
                      <a:pt x="1030208" y="1236254"/>
                    </a:cubicBezTo>
                    <a:lnTo>
                      <a:pt x="206046" y="1236254"/>
                    </a:lnTo>
                    <a:cubicBezTo>
                      <a:pt x="92250" y="1236254"/>
                      <a:pt x="0" y="1144004"/>
                      <a:pt x="0" y="1030208"/>
                    </a:cubicBezTo>
                    <a:lnTo>
                      <a:pt x="0" y="206046"/>
                    </a:lnTo>
                    <a:close/>
                  </a:path>
                </a:pathLst>
              </a:custGeom>
              <a:solidFill>
                <a:srgbClr val="8CAE94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7499" tIns="117499" rIns="117499" bIns="117499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Social Equity: Bridges the digital India divide for 300M+ non-English speakers.</a:t>
                </a:r>
                <a:endParaRPr lang="en-IN" sz="1200" kern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7FE706D-8C10-0123-A511-13D51037D713}"/>
                  </a:ext>
                </a:extLst>
              </p:cNvPr>
              <p:cNvSpPr/>
              <p:nvPr/>
            </p:nvSpPr>
            <p:spPr>
              <a:xfrm>
                <a:off x="10747742" y="2972369"/>
                <a:ext cx="1346415" cy="1236254"/>
              </a:xfrm>
              <a:custGeom>
                <a:avLst/>
                <a:gdLst>
                  <a:gd name="connsiteX0" fmla="*/ 0 w 1236254"/>
                  <a:gd name="connsiteY0" fmla="*/ 206046 h 1236254"/>
                  <a:gd name="connsiteX1" fmla="*/ 206046 w 1236254"/>
                  <a:gd name="connsiteY1" fmla="*/ 0 h 1236254"/>
                  <a:gd name="connsiteX2" fmla="*/ 1030208 w 1236254"/>
                  <a:gd name="connsiteY2" fmla="*/ 0 h 1236254"/>
                  <a:gd name="connsiteX3" fmla="*/ 1236254 w 1236254"/>
                  <a:gd name="connsiteY3" fmla="*/ 206046 h 1236254"/>
                  <a:gd name="connsiteX4" fmla="*/ 1236254 w 1236254"/>
                  <a:gd name="connsiteY4" fmla="*/ 1030208 h 1236254"/>
                  <a:gd name="connsiteX5" fmla="*/ 1030208 w 1236254"/>
                  <a:gd name="connsiteY5" fmla="*/ 1236254 h 1236254"/>
                  <a:gd name="connsiteX6" fmla="*/ 206046 w 1236254"/>
                  <a:gd name="connsiteY6" fmla="*/ 1236254 h 1236254"/>
                  <a:gd name="connsiteX7" fmla="*/ 0 w 1236254"/>
                  <a:gd name="connsiteY7" fmla="*/ 1030208 h 1236254"/>
                  <a:gd name="connsiteX8" fmla="*/ 0 w 1236254"/>
                  <a:gd name="connsiteY8" fmla="*/ 206046 h 1236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6254" h="1236254">
                    <a:moveTo>
                      <a:pt x="0" y="206046"/>
                    </a:moveTo>
                    <a:cubicBezTo>
                      <a:pt x="0" y="92250"/>
                      <a:pt x="92250" y="0"/>
                      <a:pt x="206046" y="0"/>
                    </a:cubicBezTo>
                    <a:lnTo>
                      <a:pt x="1030208" y="0"/>
                    </a:lnTo>
                    <a:cubicBezTo>
                      <a:pt x="1144004" y="0"/>
                      <a:pt x="1236254" y="92250"/>
                      <a:pt x="1236254" y="206046"/>
                    </a:cubicBezTo>
                    <a:lnTo>
                      <a:pt x="1236254" y="1030208"/>
                    </a:lnTo>
                    <a:cubicBezTo>
                      <a:pt x="1236254" y="1144004"/>
                      <a:pt x="1144004" y="1236254"/>
                      <a:pt x="1030208" y="1236254"/>
                    </a:cubicBezTo>
                    <a:lnTo>
                      <a:pt x="206046" y="1236254"/>
                    </a:lnTo>
                    <a:cubicBezTo>
                      <a:pt x="92250" y="1236254"/>
                      <a:pt x="0" y="1144004"/>
                      <a:pt x="0" y="1030208"/>
                    </a:cubicBezTo>
                    <a:lnTo>
                      <a:pt x="0" y="206046"/>
                    </a:lnTo>
                    <a:close/>
                  </a:path>
                </a:pathLst>
              </a:custGeom>
              <a:solidFill>
                <a:srgbClr val="638B6D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7499" tIns="117499" rIns="117499" bIns="117499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200" kern="12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Time Efficiency: Reduces 45-minute manual discovery to 2.7 seconds.</a:t>
                </a:r>
                <a:endParaRPr lang="en-IN" sz="1200" kern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AD410C-8B41-1B0B-9BEC-1BD56E346CBE}"/>
                </a:ext>
              </a:extLst>
            </p:cNvPr>
            <p:cNvSpPr txBox="1"/>
            <p:nvPr/>
          </p:nvSpPr>
          <p:spPr>
            <a:xfrm>
              <a:off x="5378703" y="640824"/>
              <a:ext cx="2669052" cy="369332"/>
            </a:xfrm>
            <a:prstGeom prst="rect">
              <a:avLst/>
            </a:prstGeom>
            <a:solidFill>
              <a:srgbClr val="4D6E3E"/>
            </a:solidFill>
            <a:ln w="25400">
              <a:solidFill>
                <a:srgbClr val="243328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IMPACT ANALYSIS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867373C-E19E-1573-0B82-DC18A8929F8A}"/>
              </a:ext>
            </a:extLst>
          </p:cNvPr>
          <p:cNvSpPr txBox="1"/>
          <p:nvPr/>
        </p:nvSpPr>
        <p:spPr>
          <a:xfrm>
            <a:off x="4354236" y="-10160"/>
            <a:ext cx="2150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364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02482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1157</Words>
  <Application>Microsoft Office PowerPoint</Application>
  <PresentationFormat>On-screen Show (16:9)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Manrope SemiBold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Nikunj-PC</dc:creator>
  <cp:lastModifiedBy>nikunjkaushik20@outlook.com</cp:lastModifiedBy>
  <cp:revision>17</cp:revision>
  <dcterms:modified xsi:type="dcterms:W3CDTF">2026-02-12T14:23:29Z</dcterms:modified>
</cp:coreProperties>
</file>